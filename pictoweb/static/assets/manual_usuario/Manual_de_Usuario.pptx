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5"/>
  </p:notesMasterIdLst>
  <p:sldIdLst>
    <p:sldId id="257" r:id="rId2"/>
    <p:sldId id="258" r:id="rId3"/>
    <p:sldId id="262" r:id="rId4"/>
    <p:sldId id="259" r:id="rId5"/>
    <p:sldId id="264" r:id="rId6"/>
    <p:sldId id="260" r:id="rId7"/>
    <p:sldId id="261" r:id="rId8"/>
    <p:sldId id="263" r:id="rId9"/>
    <p:sldId id="256" r:id="rId10"/>
    <p:sldId id="265" r:id="rId11"/>
    <p:sldId id="266" r:id="rId12"/>
    <p:sldId id="267" r:id="rId13"/>
    <p:sldId id="268" r:id="rId14"/>
  </p:sldIdLst>
  <p:sldSz cx="18000663" cy="89995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EEF1"/>
    <a:srgbClr val="FF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51" d="100"/>
          <a:sy n="51" d="100"/>
        </p:scale>
        <p:origin x="50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B69B13-921E-4D3E-8653-DDFEB57A6805}" type="datetimeFigureOut">
              <a:rPr lang="es-MX" smtClean="0"/>
              <a:t>11/11/2025</a:t>
            </a:fld>
            <a:endParaRPr lang="es-MX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342900" y="1143000"/>
            <a:ext cx="61722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1466CC-7A2C-4EB0-AA9D-1AEF0AC51A7E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3996415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95773" rtl="0" eaLnBrk="1" latinLnBrk="0" hangingPunct="1">
      <a:defRPr sz="1701" kern="1200">
        <a:solidFill>
          <a:schemeClr val="tx1"/>
        </a:solidFill>
        <a:latin typeface="+mn-lt"/>
        <a:ea typeface="+mn-ea"/>
        <a:cs typeface="+mn-cs"/>
      </a:defRPr>
    </a:lvl1pPr>
    <a:lvl2pPr marL="647885" algn="l" defTabSz="1295773" rtl="0" eaLnBrk="1" latinLnBrk="0" hangingPunct="1">
      <a:defRPr sz="1701" kern="1200">
        <a:solidFill>
          <a:schemeClr val="tx1"/>
        </a:solidFill>
        <a:latin typeface="+mn-lt"/>
        <a:ea typeface="+mn-ea"/>
        <a:cs typeface="+mn-cs"/>
      </a:defRPr>
    </a:lvl2pPr>
    <a:lvl3pPr marL="1295773" algn="l" defTabSz="1295773" rtl="0" eaLnBrk="1" latinLnBrk="0" hangingPunct="1">
      <a:defRPr sz="1701" kern="1200">
        <a:solidFill>
          <a:schemeClr val="tx1"/>
        </a:solidFill>
        <a:latin typeface="+mn-lt"/>
        <a:ea typeface="+mn-ea"/>
        <a:cs typeface="+mn-cs"/>
      </a:defRPr>
    </a:lvl3pPr>
    <a:lvl4pPr marL="1943658" algn="l" defTabSz="1295773" rtl="0" eaLnBrk="1" latinLnBrk="0" hangingPunct="1">
      <a:defRPr sz="1701" kern="1200">
        <a:solidFill>
          <a:schemeClr val="tx1"/>
        </a:solidFill>
        <a:latin typeface="+mn-lt"/>
        <a:ea typeface="+mn-ea"/>
        <a:cs typeface="+mn-cs"/>
      </a:defRPr>
    </a:lvl4pPr>
    <a:lvl5pPr marL="2591543" algn="l" defTabSz="1295773" rtl="0" eaLnBrk="1" latinLnBrk="0" hangingPunct="1">
      <a:defRPr sz="1701" kern="1200">
        <a:solidFill>
          <a:schemeClr val="tx1"/>
        </a:solidFill>
        <a:latin typeface="+mn-lt"/>
        <a:ea typeface="+mn-ea"/>
        <a:cs typeface="+mn-cs"/>
      </a:defRPr>
    </a:lvl5pPr>
    <a:lvl6pPr marL="3239429" algn="l" defTabSz="1295773" rtl="0" eaLnBrk="1" latinLnBrk="0" hangingPunct="1">
      <a:defRPr sz="1701" kern="1200">
        <a:solidFill>
          <a:schemeClr val="tx1"/>
        </a:solidFill>
        <a:latin typeface="+mn-lt"/>
        <a:ea typeface="+mn-ea"/>
        <a:cs typeface="+mn-cs"/>
      </a:defRPr>
    </a:lvl6pPr>
    <a:lvl7pPr marL="3887314" algn="l" defTabSz="1295773" rtl="0" eaLnBrk="1" latinLnBrk="0" hangingPunct="1">
      <a:defRPr sz="1701" kern="1200">
        <a:solidFill>
          <a:schemeClr val="tx1"/>
        </a:solidFill>
        <a:latin typeface="+mn-lt"/>
        <a:ea typeface="+mn-ea"/>
        <a:cs typeface="+mn-cs"/>
      </a:defRPr>
    </a:lvl7pPr>
    <a:lvl8pPr marL="4535201" algn="l" defTabSz="1295773" rtl="0" eaLnBrk="1" latinLnBrk="0" hangingPunct="1">
      <a:defRPr sz="1701" kern="1200">
        <a:solidFill>
          <a:schemeClr val="tx1"/>
        </a:solidFill>
        <a:latin typeface="+mn-lt"/>
        <a:ea typeface="+mn-ea"/>
        <a:cs typeface="+mn-cs"/>
      </a:defRPr>
    </a:lvl8pPr>
    <a:lvl9pPr marL="5183086" algn="l" defTabSz="1295773" rtl="0" eaLnBrk="1" latinLnBrk="0" hangingPunct="1">
      <a:defRPr sz="1701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1466CC-7A2C-4EB0-AA9D-1AEF0AC51A7E}" type="slidenum">
              <a:rPr lang="es-MX" smtClean="0"/>
              <a:t>10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2262610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614F58-A1D7-9B49-0585-62BB944EB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2FE73D6-E016-8C04-3EF4-E48A13CB7A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F5B18E9-7F95-4C78-51E8-126E7FB669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EB7ECC4-4BF8-78C7-0071-A1B449F303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1466CC-7A2C-4EB0-AA9D-1AEF0AC51A7E}" type="slidenum">
              <a:rPr lang="es-MX" smtClean="0"/>
              <a:t>11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3331220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DF90C3-7647-117A-05ED-0D8FBF38E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8DE8B79-0A90-47CD-29B5-F42D2FD093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C07EA60-E8CC-9EC5-2017-1F4B1D26F1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37FF738-4E8D-8F5C-A057-DED2607634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1466CC-7A2C-4EB0-AA9D-1AEF0AC51A7E}" type="slidenum">
              <a:rPr lang="es-MX" smtClean="0"/>
              <a:t>12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3092169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D744B1-41FB-3209-15B7-072D697DC0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0B7680B-0889-46C4-46BE-55C544CD47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0EA379E-2DF0-6CE6-6764-A0FFA1FE8F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D325628-BE9B-BE6B-168A-A2B3DDB238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1466CC-7A2C-4EB0-AA9D-1AEF0AC51A7E}" type="slidenum">
              <a:rPr lang="es-MX" smtClean="0"/>
              <a:t>13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2548850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50083" y="1472842"/>
            <a:ext cx="13500497" cy="3133172"/>
          </a:xfrm>
        </p:spPr>
        <p:txBody>
          <a:bodyPr anchor="b"/>
          <a:lstStyle>
            <a:lvl1pPr algn="ctr">
              <a:defRPr sz="7874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50083" y="4726842"/>
            <a:ext cx="13500497" cy="2172804"/>
          </a:xfrm>
        </p:spPr>
        <p:txBody>
          <a:bodyPr/>
          <a:lstStyle>
            <a:lvl1pPr marL="0" indent="0" algn="ctr">
              <a:buNone/>
              <a:defRPr sz="3150"/>
            </a:lvl1pPr>
            <a:lvl2pPr marL="599984" indent="0" algn="ctr">
              <a:buNone/>
              <a:defRPr sz="2625"/>
            </a:lvl2pPr>
            <a:lvl3pPr marL="1199967" indent="0" algn="ctr">
              <a:buNone/>
              <a:defRPr sz="2362"/>
            </a:lvl3pPr>
            <a:lvl4pPr marL="1799951" indent="0" algn="ctr">
              <a:buNone/>
              <a:defRPr sz="2100"/>
            </a:lvl4pPr>
            <a:lvl5pPr marL="2399934" indent="0" algn="ctr">
              <a:buNone/>
              <a:defRPr sz="2100"/>
            </a:lvl5pPr>
            <a:lvl6pPr marL="2999918" indent="0" algn="ctr">
              <a:buNone/>
              <a:defRPr sz="2100"/>
            </a:lvl6pPr>
            <a:lvl7pPr marL="3599901" indent="0" algn="ctr">
              <a:buNone/>
              <a:defRPr sz="2100"/>
            </a:lvl7pPr>
            <a:lvl8pPr marL="4199885" indent="0" algn="ctr">
              <a:buNone/>
              <a:defRPr sz="2100"/>
            </a:lvl8pPr>
            <a:lvl9pPr marL="4799868" indent="0" algn="ctr">
              <a:buNone/>
              <a:defRPr sz="21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8B0F0-B557-43C6-BF69-907A0B6EE9E1}" type="datetime1">
              <a:rPr lang="es-MX" smtClean="0"/>
              <a:t>11/11/2025</a:t>
            </a:fld>
            <a:endParaRPr lang="es-MX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179A7-F701-45CA-A3DD-F5E918BA0FF2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875046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8447A-CC5A-4951-B40E-F5760FEC3E4B}" type="datetime1">
              <a:rPr lang="es-MX" smtClean="0"/>
              <a:t>11/11/2025</a:t>
            </a:fld>
            <a:endParaRPr lang="es-MX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179A7-F701-45CA-A3DD-F5E918BA0FF2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20883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8170" y="2243636"/>
            <a:ext cx="15525572" cy="3743557"/>
          </a:xfrm>
        </p:spPr>
        <p:txBody>
          <a:bodyPr anchor="b"/>
          <a:lstStyle>
            <a:lvl1pPr>
              <a:defRPr sz="7874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8170" y="6022609"/>
            <a:ext cx="15525572" cy="1968648"/>
          </a:xfrm>
        </p:spPr>
        <p:txBody>
          <a:bodyPr/>
          <a:lstStyle>
            <a:lvl1pPr marL="0" indent="0">
              <a:buNone/>
              <a:defRPr sz="3150">
                <a:solidFill>
                  <a:schemeClr val="tx1">
                    <a:tint val="82000"/>
                  </a:schemeClr>
                </a:solidFill>
              </a:defRPr>
            </a:lvl1pPr>
            <a:lvl2pPr marL="599984" indent="0">
              <a:buNone/>
              <a:defRPr sz="2625">
                <a:solidFill>
                  <a:schemeClr val="tx1">
                    <a:tint val="82000"/>
                  </a:schemeClr>
                </a:solidFill>
              </a:defRPr>
            </a:lvl2pPr>
            <a:lvl3pPr marL="1199967" indent="0">
              <a:buNone/>
              <a:defRPr sz="2362">
                <a:solidFill>
                  <a:schemeClr val="tx1">
                    <a:tint val="82000"/>
                  </a:schemeClr>
                </a:solidFill>
              </a:defRPr>
            </a:lvl3pPr>
            <a:lvl4pPr marL="1799951" indent="0">
              <a:buNone/>
              <a:defRPr sz="2100">
                <a:solidFill>
                  <a:schemeClr val="tx1">
                    <a:tint val="82000"/>
                  </a:schemeClr>
                </a:solidFill>
              </a:defRPr>
            </a:lvl4pPr>
            <a:lvl5pPr marL="2399934" indent="0">
              <a:buNone/>
              <a:defRPr sz="2100">
                <a:solidFill>
                  <a:schemeClr val="tx1">
                    <a:tint val="82000"/>
                  </a:schemeClr>
                </a:solidFill>
              </a:defRPr>
            </a:lvl5pPr>
            <a:lvl6pPr marL="2999918" indent="0">
              <a:buNone/>
              <a:defRPr sz="2100">
                <a:solidFill>
                  <a:schemeClr val="tx1">
                    <a:tint val="82000"/>
                  </a:schemeClr>
                </a:solidFill>
              </a:defRPr>
            </a:lvl6pPr>
            <a:lvl7pPr marL="3599901" indent="0">
              <a:buNone/>
              <a:defRPr sz="2100">
                <a:solidFill>
                  <a:schemeClr val="tx1">
                    <a:tint val="82000"/>
                  </a:schemeClr>
                </a:solidFill>
              </a:defRPr>
            </a:lvl7pPr>
            <a:lvl8pPr marL="4199885" indent="0">
              <a:buNone/>
              <a:defRPr sz="2100">
                <a:solidFill>
                  <a:schemeClr val="tx1">
                    <a:tint val="82000"/>
                  </a:schemeClr>
                </a:solidFill>
              </a:defRPr>
            </a:lvl8pPr>
            <a:lvl9pPr marL="4799868" indent="0">
              <a:buNone/>
              <a:defRPr sz="21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702AB-9F4E-41FF-BAB7-8BC34B11D3EF}" type="datetime1">
              <a:rPr lang="es-MX" smtClean="0"/>
              <a:t>11/11/2025</a:t>
            </a:fld>
            <a:endParaRPr lang="es-MX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179A7-F701-45CA-A3DD-F5E918BA0FF2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295708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37545" y="2395710"/>
            <a:ext cx="7650282" cy="571012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12836" y="2395710"/>
            <a:ext cx="7650282" cy="571012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9DF77-EE92-442A-9B64-516ABC04E490}" type="datetime1">
              <a:rPr lang="es-MX" smtClean="0"/>
              <a:t>11/11/2025</a:t>
            </a:fld>
            <a:endParaRPr lang="es-MX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179A7-F701-45CA-A3DD-F5E918BA0FF2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3246684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0" y="479143"/>
            <a:ext cx="15525572" cy="173949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9891" y="2206137"/>
            <a:ext cx="7615123" cy="1081194"/>
          </a:xfrm>
        </p:spPr>
        <p:txBody>
          <a:bodyPr anchor="b"/>
          <a:lstStyle>
            <a:lvl1pPr marL="0" indent="0">
              <a:buNone/>
              <a:defRPr sz="3150" b="1"/>
            </a:lvl1pPr>
            <a:lvl2pPr marL="599984" indent="0">
              <a:buNone/>
              <a:defRPr sz="2625" b="1"/>
            </a:lvl2pPr>
            <a:lvl3pPr marL="1199967" indent="0">
              <a:buNone/>
              <a:defRPr sz="2362" b="1"/>
            </a:lvl3pPr>
            <a:lvl4pPr marL="1799951" indent="0">
              <a:buNone/>
              <a:defRPr sz="2100" b="1"/>
            </a:lvl4pPr>
            <a:lvl5pPr marL="2399934" indent="0">
              <a:buNone/>
              <a:defRPr sz="2100" b="1"/>
            </a:lvl5pPr>
            <a:lvl6pPr marL="2999918" indent="0">
              <a:buNone/>
              <a:defRPr sz="2100" b="1"/>
            </a:lvl6pPr>
            <a:lvl7pPr marL="3599901" indent="0">
              <a:buNone/>
              <a:defRPr sz="2100" b="1"/>
            </a:lvl7pPr>
            <a:lvl8pPr marL="4199885" indent="0">
              <a:buNone/>
              <a:defRPr sz="2100" b="1"/>
            </a:lvl8pPr>
            <a:lvl9pPr marL="4799868" indent="0">
              <a:buNone/>
              <a:defRPr sz="21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9891" y="3287331"/>
            <a:ext cx="7615123" cy="483516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112836" y="2206137"/>
            <a:ext cx="7652626" cy="1081194"/>
          </a:xfrm>
        </p:spPr>
        <p:txBody>
          <a:bodyPr anchor="b"/>
          <a:lstStyle>
            <a:lvl1pPr marL="0" indent="0">
              <a:buNone/>
              <a:defRPr sz="3150" b="1"/>
            </a:lvl1pPr>
            <a:lvl2pPr marL="599984" indent="0">
              <a:buNone/>
              <a:defRPr sz="2625" b="1"/>
            </a:lvl2pPr>
            <a:lvl3pPr marL="1199967" indent="0">
              <a:buNone/>
              <a:defRPr sz="2362" b="1"/>
            </a:lvl3pPr>
            <a:lvl4pPr marL="1799951" indent="0">
              <a:buNone/>
              <a:defRPr sz="2100" b="1"/>
            </a:lvl4pPr>
            <a:lvl5pPr marL="2399934" indent="0">
              <a:buNone/>
              <a:defRPr sz="2100" b="1"/>
            </a:lvl5pPr>
            <a:lvl6pPr marL="2999918" indent="0">
              <a:buNone/>
              <a:defRPr sz="2100" b="1"/>
            </a:lvl6pPr>
            <a:lvl7pPr marL="3599901" indent="0">
              <a:buNone/>
              <a:defRPr sz="2100" b="1"/>
            </a:lvl7pPr>
            <a:lvl8pPr marL="4199885" indent="0">
              <a:buNone/>
              <a:defRPr sz="2100" b="1"/>
            </a:lvl8pPr>
            <a:lvl9pPr marL="4799868" indent="0">
              <a:buNone/>
              <a:defRPr sz="21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112836" y="3287331"/>
            <a:ext cx="7652626" cy="483516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28814-D5B7-4BF1-BFE1-2EF8E25D5795}" type="datetime1">
              <a:rPr lang="es-MX" smtClean="0"/>
              <a:t>11/11/2025</a:t>
            </a:fld>
            <a:endParaRPr lang="es-MX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179A7-F701-45CA-A3DD-F5E918BA0FF2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2588389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E5CCB-E4FF-4E7C-881E-D20AE9AB0C5B}" type="datetime1">
              <a:rPr lang="es-MX" smtClean="0"/>
              <a:t>11/11/2025</a:t>
            </a:fld>
            <a:endParaRPr lang="es-MX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179A7-F701-45CA-A3DD-F5E918BA0FF2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855926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824AD-0EA1-411E-B5C9-7ABD70370A7F}" type="datetime1">
              <a:rPr lang="es-MX" smtClean="0"/>
              <a:t>11/11/2025</a:t>
            </a:fld>
            <a:endParaRPr lang="es-MX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179A7-F701-45CA-A3DD-F5E918BA0FF2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6654586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1" y="599969"/>
            <a:ext cx="5805682" cy="2099892"/>
          </a:xfrm>
        </p:spPr>
        <p:txBody>
          <a:bodyPr anchor="b"/>
          <a:lstStyle>
            <a:lvl1pPr>
              <a:defRPr sz="4199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2626" y="1295767"/>
            <a:ext cx="9112836" cy="6395505"/>
          </a:xfrm>
        </p:spPr>
        <p:txBody>
          <a:bodyPr/>
          <a:lstStyle>
            <a:lvl1pPr>
              <a:defRPr sz="4199"/>
            </a:lvl1pPr>
            <a:lvl2pPr>
              <a:defRPr sz="3674"/>
            </a:lvl2pPr>
            <a:lvl3pPr>
              <a:defRPr sz="3150"/>
            </a:lvl3pPr>
            <a:lvl4pPr>
              <a:defRPr sz="2625"/>
            </a:lvl4pPr>
            <a:lvl5pPr>
              <a:defRPr sz="2625"/>
            </a:lvl5pPr>
            <a:lvl6pPr>
              <a:defRPr sz="2625"/>
            </a:lvl6pPr>
            <a:lvl7pPr>
              <a:defRPr sz="2625"/>
            </a:lvl7pPr>
            <a:lvl8pPr>
              <a:defRPr sz="2625"/>
            </a:lvl8pPr>
            <a:lvl9pPr>
              <a:defRPr sz="262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1" y="2699862"/>
            <a:ext cx="5805682" cy="5001827"/>
          </a:xfrm>
        </p:spPr>
        <p:txBody>
          <a:bodyPr/>
          <a:lstStyle>
            <a:lvl1pPr marL="0" indent="0">
              <a:buNone/>
              <a:defRPr sz="2100"/>
            </a:lvl1pPr>
            <a:lvl2pPr marL="599984" indent="0">
              <a:buNone/>
              <a:defRPr sz="1837"/>
            </a:lvl2pPr>
            <a:lvl3pPr marL="1199967" indent="0">
              <a:buNone/>
              <a:defRPr sz="1575"/>
            </a:lvl3pPr>
            <a:lvl4pPr marL="1799951" indent="0">
              <a:buNone/>
              <a:defRPr sz="1312"/>
            </a:lvl4pPr>
            <a:lvl5pPr marL="2399934" indent="0">
              <a:buNone/>
              <a:defRPr sz="1312"/>
            </a:lvl5pPr>
            <a:lvl6pPr marL="2999918" indent="0">
              <a:buNone/>
              <a:defRPr sz="1312"/>
            </a:lvl6pPr>
            <a:lvl7pPr marL="3599901" indent="0">
              <a:buNone/>
              <a:defRPr sz="1312"/>
            </a:lvl7pPr>
            <a:lvl8pPr marL="4199885" indent="0">
              <a:buNone/>
              <a:defRPr sz="1312"/>
            </a:lvl8pPr>
            <a:lvl9pPr marL="4799868" indent="0">
              <a:buNone/>
              <a:defRPr sz="1312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930CF-826A-459A-92C2-A45A6F5357B5}" type="datetime1">
              <a:rPr lang="es-MX" smtClean="0"/>
              <a:t>11/11/2025</a:t>
            </a:fld>
            <a:endParaRPr lang="es-MX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179A7-F701-45CA-A3DD-F5E918BA0FF2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869041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1" y="599969"/>
            <a:ext cx="5805682" cy="2099892"/>
          </a:xfrm>
        </p:spPr>
        <p:txBody>
          <a:bodyPr anchor="b"/>
          <a:lstStyle>
            <a:lvl1pPr>
              <a:defRPr sz="4199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652626" y="1295767"/>
            <a:ext cx="9112836" cy="6395505"/>
          </a:xfrm>
        </p:spPr>
        <p:txBody>
          <a:bodyPr anchor="t"/>
          <a:lstStyle>
            <a:lvl1pPr marL="0" indent="0">
              <a:buNone/>
              <a:defRPr sz="4199"/>
            </a:lvl1pPr>
            <a:lvl2pPr marL="599984" indent="0">
              <a:buNone/>
              <a:defRPr sz="3674"/>
            </a:lvl2pPr>
            <a:lvl3pPr marL="1199967" indent="0">
              <a:buNone/>
              <a:defRPr sz="3150"/>
            </a:lvl3pPr>
            <a:lvl4pPr marL="1799951" indent="0">
              <a:buNone/>
              <a:defRPr sz="2625"/>
            </a:lvl4pPr>
            <a:lvl5pPr marL="2399934" indent="0">
              <a:buNone/>
              <a:defRPr sz="2625"/>
            </a:lvl5pPr>
            <a:lvl6pPr marL="2999918" indent="0">
              <a:buNone/>
              <a:defRPr sz="2625"/>
            </a:lvl6pPr>
            <a:lvl7pPr marL="3599901" indent="0">
              <a:buNone/>
              <a:defRPr sz="2625"/>
            </a:lvl7pPr>
            <a:lvl8pPr marL="4199885" indent="0">
              <a:buNone/>
              <a:defRPr sz="2625"/>
            </a:lvl8pPr>
            <a:lvl9pPr marL="4799868" indent="0">
              <a:buNone/>
              <a:defRPr sz="2625"/>
            </a:lvl9pPr>
          </a:lstStyle>
          <a:p>
            <a:r>
              <a:rPr lang="es-ES" dirty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1" y="2699862"/>
            <a:ext cx="5805682" cy="5001827"/>
          </a:xfrm>
        </p:spPr>
        <p:txBody>
          <a:bodyPr/>
          <a:lstStyle>
            <a:lvl1pPr marL="0" indent="0">
              <a:buNone/>
              <a:defRPr sz="2100"/>
            </a:lvl1pPr>
            <a:lvl2pPr marL="599984" indent="0">
              <a:buNone/>
              <a:defRPr sz="1837"/>
            </a:lvl2pPr>
            <a:lvl3pPr marL="1199967" indent="0">
              <a:buNone/>
              <a:defRPr sz="1575"/>
            </a:lvl3pPr>
            <a:lvl4pPr marL="1799951" indent="0">
              <a:buNone/>
              <a:defRPr sz="1312"/>
            </a:lvl4pPr>
            <a:lvl5pPr marL="2399934" indent="0">
              <a:buNone/>
              <a:defRPr sz="1312"/>
            </a:lvl5pPr>
            <a:lvl6pPr marL="2999918" indent="0">
              <a:buNone/>
              <a:defRPr sz="1312"/>
            </a:lvl6pPr>
            <a:lvl7pPr marL="3599901" indent="0">
              <a:buNone/>
              <a:defRPr sz="1312"/>
            </a:lvl7pPr>
            <a:lvl8pPr marL="4199885" indent="0">
              <a:buNone/>
              <a:defRPr sz="1312"/>
            </a:lvl8pPr>
            <a:lvl9pPr marL="4799868" indent="0">
              <a:buNone/>
              <a:defRPr sz="1312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23F89-ADAD-4041-AD32-552A96BEB651}" type="datetime1">
              <a:rPr lang="es-MX" smtClean="0"/>
              <a:t>11/11/2025</a:t>
            </a:fld>
            <a:endParaRPr lang="es-MX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179A7-F701-45CA-A3DD-F5E918BA0FF2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351560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09D7A-1F7B-4A71-B6F9-93C0F20CCDE6}" type="datetime1">
              <a:rPr lang="es-MX" smtClean="0"/>
              <a:t>11/11/2025</a:t>
            </a:fld>
            <a:endParaRPr lang="es-MX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179A7-F701-45CA-A3DD-F5E918BA0FF2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35420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881724" y="479142"/>
            <a:ext cx="3881393" cy="7626692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37545" y="479142"/>
            <a:ext cx="11419171" cy="7626692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FE37C-A698-492B-9ED9-E53C4998B016}" type="datetime1">
              <a:rPr lang="es-MX" smtClean="0"/>
              <a:t>11/11/2025</a:t>
            </a:fld>
            <a:endParaRPr lang="es-MX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179A7-F701-45CA-A3DD-F5E918BA0FF2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151185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EE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37546" y="479143"/>
            <a:ext cx="15525572" cy="17394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7546" y="2395710"/>
            <a:ext cx="15525572" cy="57101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37546" y="8341239"/>
            <a:ext cx="4050149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B052AF-8BDE-420C-93F0-D9886C76FDBC}" type="datetime1">
              <a:rPr lang="es-MX" smtClean="0"/>
              <a:t>11/11/2025</a:t>
            </a:fld>
            <a:endParaRPr lang="es-MX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62720" y="8341239"/>
            <a:ext cx="6075224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712968" y="8341239"/>
            <a:ext cx="4050149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5179A7-F701-45CA-A3DD-F5E918BA0FF2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342969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1199967" rtl="0" eaLnBrk="1" latinLnBrk="0" hangingPunct="1">
        <a:lnSpc>
          <a:spcPct val="90000"/>
        </a:lnSpc>
        <a:spcBef>
          <a:spcPct val="0"/>
        </a:spcBef>
        <a:buNone/>
        <a:defRPr sz="577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9992" indent="-299992" algn="l" defTabSz="1199967" rtl="0" eaLnBrk="1" latinLnBrk="0" hangingPunct="1">
        <a:lnSpc>
          <a:spcPct val="90000"/>
        </a:lnSpc>
        <a:spcBef>
          <a:spcPts val="1312"/>
        </a:spcBef>
        <a:buFont typeface="Arial" panose="020B0604020202020204" pitchFamily="34" charset="0"/>
        <a:buChar char="•"/>
        <a:defRPr sz="3674" kern="1200">
          <a:solidFill>
            <a:schemeClr val="tx1"/>
          </a:solidFill>
          <a:latin typeface="+mn-lt"/>
          <a:ea typeface="+mn-ea"/>
          <a:cs typeface="+mn-cs"/>
        </a:defRPr>
      </a:lvl1pPr>
      <a:lvl2pPr marL="899975" indent="-299992" algn="l" defTabSz="1199967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3150" kern="1200">
          <a:solidFill>
            <a:schemeClr val="tx1"/>
          </a:solidFill>
          <a:latin typeface="+mn-lt"/>
          <a:ea typeface="+mn-ea"/>
          <a:cs typeface="+mn-cs"/>
        </a:defRPr>
      </a:lvl2pPr>
      <a:lvl3pPr marL="1499959" indent="-299992" algn="l" defTabSz="1199967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2625" kern="1200">
          <a:solidFill>
            <a:schemeClr val="tx1"/>
          </a:solidFill>
          <a:latin typeface="+mn-lt"/>
          <a:ea typeface="+mn-ea"/>
          <a:cs typeface="+mn-cs"/>
        </a:defRPr>
      </a:lvl3pPr>
      <a:lvl4pPr marL="2099942" indent="-299992" algn="l" defTabSz="1199967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4pPr>
      <a:lvl5pPr marL="2699926" indent="-299992" algn="l" defTabSz="1199967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5pPr>
      <a:lvl6pPr marL="3299910" indent="-299992" algn="l" defTabSz="1199967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6pPr>
      <a:lvl7pPr marL="3899893" indent="-299992" algn="l" defTabSz="1199967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7pPr>
      <a:lvl8pPr marL="4499877" indent="-299992" algn="l" defTabSz="1199967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8pPr>
      <a:lvl9pPr marL="5099860" indent="-299992" algn="l" defTabSz="1199967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99967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1pPr>
      <a:lvl2pPr marL="599984" algn="l" defTabSz="1199967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2pPr>
      <a:lvl3pPr marL="1199967" algn="l" defTabSz="1199967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3pPr>
      <a:lvl4pPr marL="1799951" algn="l" defTabSz="1199967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4pPr>
      <a:lvl5pPr marL="2399934" algn="l" defTabSz="1199967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5pPr>
      <a:lvl6pPr marL="2999918" algn="l" defTabSz="1199967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6pPr>
      <a:lvl7pPr marL="3599901" algn="l" defTabSz="1199967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7pPr>
      <a:lvl8pPr marL="4199885" algn="l" defTabSz="1199967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8pPr>
      <a:lvl9pPr marL="4799868" algn="l" defTabSz="1199967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riángulo rectángulo 3">
            <a:extLst>
              <a:ext uri="{FF2B5EF4-FFF2-40B4-BE49-F238E27FC236}">
                <a16:creationId xmlns:a16="http://schemas.microsoft.com/office/drawing/2014/main" id="{7F2004E0-5822-2E57-EB77-7C312DD437F0}"/>
              </a:ext>
            </a:extLst>
          </p:cNvPr>
          <p:cNvSpPr/>
          <p:nvPr/>
        </p:nvSpPr>
        <p:spPr>
          <a:xfrm rot="5400000">
            <a:off x="-57510" y="57510"/>
            <a:ext cx="1805796" cy="1690776"/>
          </a:xfrm>
          <a:prstGeom prst="rtTriangle">
            <a:avLst/>
          </a:prstGeom>
          <a:solidFill>
            <a:srgbClr val="A94C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  <a:lvl1pPr marL="0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16736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75104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633472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91840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0208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608576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266944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ES" dirty="0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8B68856B-DEA6-E1FA-60ED-9EB4F40215FE}"/>
              </a:ext>
            </a:extLst>
          </p:cNvPr>
          <p:cNvSpPr>
            <a:spLocks noGrp="1"/>
          </p:cNvSpPr>
          <p:nvPr/>
        </p:nvSpPr>
        <p:spPr>
          <a:xfrm>
            <a:off x="4088061" y="2706515"/>
            <a:ext cx="9824540" cy="230133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defPPr>
              <a:defRPr lang="es-ES"/>
            </a:defPPr>
            <a:lvl1pPr marL="0" algn="l" defTabSz="131673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16736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75104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633472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91840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0208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608576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266944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9600" dirty="0">
                <a:solidFill>
                  <a:srgbClr val="A94C6B"/>
                </a:solidFill>
                <a:latin typeface="Garamond"/>
              </a:rPr>
              <a:t>Manual de Usuario</a:t>
            </a:r>
            <a:r>
              <a:rPr lang="es-ES" sz="9600" dirty="0">
                <a:latin typeface="Garamond"/>
              </a:rPr>
              <a:t> </a:t>
            </a:r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A266367C-6600-E5DF-62FE-F1B5E1D3E337}"/>
              </a:ext>
            </a:extLst>
          </p:cNvPr>
          <p:cNvSpPr>
            <a:spLocks noGrp="1"/>
          </p:cNvSpPr>
          <p:nvPr/>
        </p:nvSpPr>
        <p:spPr>
          <a:xfrm>
            <a:off x="6687923" y="5007852"/>
            <a:ext cx="4624816" cy="13235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defPPr>
              <a:defRPr lang="es-ES"/>
            </a:defPPr>
            <a:lvl1pPr marL="0" indent="0" algn="l" defTabSz="131673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indent="0" algn="l" defTabSz="131673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16736" indent="0" algn="l" defTabSz="131673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75104" indent="0" algn="l" defTabSz="131673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633472" indent="0" algn="l" defTabSz="131673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91840" indent="0" algn="l" defTabSz="131673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0208" indent="0" algn="l" defTabSz="131673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608576" indent="0" algn="l" defTabSz="131673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266944" indent="0" algn="l" defTabSz="131673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6000" dirty="0">
                <a:solidFill>
                  <a:srgbClr val="A94C6B"/>
                </a:solidFill>
                <a:latin typeface="Garamond"/>
              </a:rPr>
              <a:t>PictoSeq</a:t>
            </a:r>
          </a:p>
        </p:txBody>
      </p:sp>
      <p:sp>
        <p:nvSpPr>
          <p:cNvPr id="7" name="Triángulo rectángulo 6">
            <a:extLst>
              <a:ext uri="{FF2B5EF4-FFF2-40B4-BE49-F238E27FC236}">
                <a16:creationId xmlns:a16="http://schemas.microsoft.com/office/drawing/2014/main" id="{475B8BCB-F9D6-9AD8-D8F0-D14EDE6A0D46}"/>
              </a:ext>
            </a:extLst>
          </p:cNvPr>
          <p:cNvSpPr/>
          <p:nvPr/>
        </p:nvSpPr>
        <p:spPr>
          <a:xfrm rot="16200000">
            <a:off x="16252377" y="7251252"/>
            <a:ext cx="1805796" cy="1690776"/>
          </a:xfrm>
          <a:prstGeom prst="rtTriangle">
            <a:avLst/>
          </a:prstGeom>
          <a:solidFill>
            <a:srgbClr val="A94C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  <a:lvl1pPr marL="0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16736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75104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633472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91840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0208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608576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266944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ES" dirty="0"/>
          </a:p>
        </p:txBody>
      </p:sp>
      <p:sp>
        <p:nvSpPr>
          <p:cNvPr id="8" name="Marcador de número de diapositiva 7">
            <a:extLst>
              <a:ext uri="{FF2B5EF4-FFF2-40B4-BE49-F238E27FC236}">
                <a16:creationId xmlns:a16="http://schemas.microsoft.com/office/drawing/2014/main" id="{F96A9874-0699-5763-DD90-DA7C420BE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387426" y="8267216"/>
            <a:ext cx="298882" cy="383297"/>
          </a:xfrm>
        </p:spPr>
        <p:txBody>
          <a:bodyPr/>
          <a:lstStyle/>
          <a:p>
            <a:fld id="{885179A7-F701-45CA-A3DD-F5E918BA0FF2}" type="slidenum">
              <a:rPr lang="es-MX" b="1" smtClean="0">
                <a:solidFill>
                  <a:schemeClr val="tx1"/>
                </a:solidFill>
              </a:rPr>
              <a:t>1</a:t>
            </a:fld>
            <a:endParaRPr lang="es-MX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04139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05DEC8E-BC39-2E62-F3A6-57EC199BC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430750" y="8439149"/>
            <a:ext cx="569914" cy="560389"/>
          </a:xfrm>
        </p:spPr>
        <p:txBody>
          <a:bodyPr/>
          <a:lstStyle/>
          <a:p>
            <a:pPr algn="ctr"/>
            <a:fld id="{885179A7-F701-45CA-A3DD-F5E918BA0FF2}" type="slidenum">
              <a:rPr lang="es-MX" b="1" smtClean="0">
                <a:solidFill>
                  <a:schemeClr val="tx1"/>
                </a:solidFill>
                <a:latin typeface="Garamond" panose="02020404030301010803" pitchFamily="18" charset="0"/>
              </a:rPr>
              <a:pPr algn="ctr"/>
              <a:t>2</a:t>
            </a:fld>
            <a:endParaRPr lang="es-MX" b="1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8CACFDDD-82E8-5514-6FED-CF1D27730DF0}"/>
              </a:ext>
            </a:extLst>
          </p:cNvPr>
          <p:cNvSpPr>
            <a:spLocks noGrp="1"/>
          </p:cNvSpPr>
          <p:nvPr/>
        </p:nvSpPr>
        <p:spPr>
          <a:xfrm>
            <a:off x="677164" y="1173919"/>
            <a:ext cx="4419600" cy="9661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s-ES"/>
            </a:defPPr>
            <a:lvl1pPr marL="0" algn="l" defTabSz="131673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16736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75104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633472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91840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0208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608576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266944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42950" indent="-742950">
              <a:buAutoNum type="arabicPeriod"/>
            </a:pPr>
            <a:r>
              <a:rPr lang="es-ES" sz="4000" dirty="0">
                <a:latin typeface="Garamond"/>
              </a:rPr>
              <a:t>Pantalla de Inicio</a:t>
            </a: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57820EF2-972D-6A53-6759-51D4A3EBDC7A}"/>
              </a:ext>
            </a:extLst>
          </p:cNvPr>
          <p:cNvSpPr>
            <a:spLocks noGrp="1"/>
          </p:cNvSpPr>
          <p:nvPr/>
        </p:nvSpPr>
        <p:spPr>
          <a:xfrm>
            <a:off x="943864" y="2872630"/>
            <a:ext cx="5399371" cy="438200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defPPr>
              <a:defRPr lang="es-ES"/>
            </a:defPPr>
            <a:lvl1pPr marL="0" indent="-228600" algn="l" defTabSz="131673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indent="-228600" algn="l" defTabSz="131673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16736" indent="-228600" algn="l" defTabSz="131673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75104" indent="-228600" algn="l" defTabSz="131673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633472" indent="-228600" algn="l" defTabSz="131673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91840" indent="-228600" algn="l" defTabSz="131673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0208" indent="-228600" algn="l" defTabSz="131673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608576" indent="-228600" algn="l" defTabSz="131673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266944" indent="-228600" algn="l" defTabSz="131673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just">
              <a:lnSpc>
                <a:spcPct val="160000"/>
              </a:lnSpc>
              <a:buNone/>
            </a:pPr>
            <a:r>
              <a:rPr lang="es-ES" sz="2200" dirty="0">
                <a:latin typeface="Georgia" panose="02040502050405020303" pitchFamily="18" charset="0"/>
                <a:ea typeface="+mn-lt"/>
                <a:cs typeface="+mn-lt"/>
              </a:rPr>
              <a:t>Al abrir PictoSeq verás la pantalla de inicio (Imagen 1) con accesos rápidos a las funciones principales.</a:t>
            </a:r>
            <a:endParaRPr lang="es-ES" sz="2200" dirty="0">
              <a:latin typeface="Georgia" panose="02040502050405020303" pitchFamily="18" charset="0"/>
            </a:endParaRPr>
          </a:p>
          <a:p>
            <a:pPr indent="0" algn="just">
              <a:lnSpc>
                <a:spcPct val="160000"/>
              </a:lnSpc>
              <a:buNone/>
            </a:pPr>
            <a:r>
              <a:rPr lang="es-ES" sz="2200" dirty="0">
                <a:latin typeface="Georgia" panose="02040502050405020303" pitchFamily="18" charset="0"/>
                <a:ea typeface="+mn-lt"/>
                <a:cs typeface="+mn-lt"/>
              </a:rPr>
              <a:t>Los botones Explorar categorías y Categorías llevan a la misma vista de categorías (Imagen 2). Usa cualquiera de los dos: el destino es idéntico.</a:t>
            </a:r>
            <a:endParaRPr lang="es-ES" sz="2200" dirty="0">
              <a:latin typeface="Georgia" panose="02040502050405020303" pitchFamily="18" charset="0"/>
            </a:endParaRPr>
          </a:p>
          <a:p>
            <a:pPr indent="0" algn="just">
              <a:buNone/>
            </a:pPr>
            <a:endParaRPr lang="es-ES" sz="2400" dirty="0">
              <a:latin typeface="Georgia"/>
            </a:endParaRPr>
          </a:p>
          <a:p>
            <a:endParaRPr lang="es-ES" dirty="0">
              <a:latin typeface="Georgia"/>
            </a:endParaRPr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84B4D33A-83CF-AD32-3288-5F68683CCBCB}"/>
              </a:ext>
            </a:extLst>
          </p:cNvPr>
          <p:cNvGrpSpPr/>
          <p:nvPr/>
        </p:nvGrpSpPr>
        <p:grpSpPr>
          <a:xfrm>
            <a:off x="7048500" y="1173919"/>
            <a:ext cx="9558778" cy="5564135"/>
            <a:chOff x="2070338" y="1369888"/>
            <a:chExt cx="7709860" cy="5002186"/>
          </a:xfrm>
        </p:grpSpPr>
        <p:pic>
          <p:nvPicPr>
            <p:cNvPr id="9" name="Imagen 8" descr="Interfaz de usuario gráfica, Sitio web&#10;&#10;El contenido generado por IA puede ser incorrecto.">
              <a:extLst>
                <a:ext uri="{FF2B5EF4-FFF2-40B4-BE49-F238E27FC236}">
                  <a16:creationId xmlns:a16="http://schemas.microsoft.com/office/drawing/2014/main" id="{64139367-3ED6-70BC-28E5-B31AC3116F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070338" y="1369888"/>
              <a:ext cx="7706265" cy="3054301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10" name="Imagen 9" descr="Interfaz de usuario gráfica, Texto, Aplicación&#10;&#10;El contenido generado por IA puede ser incorrecto.">
              <a:extLst>
                <a:ext uri="{FF2B5EF4-FFF2-40B4-BE49-F238E27FC236}">
                  <a16:creationId xmlns:a16="http://schemas.microsoft.com/office/drawing/2014/main" id="{58C2759F-FF2B-7E87-DC6E-7B4458FC8F3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73933" y="4248953"/>
              <a:ext cx="7706265" cy="2123121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</p:grpSp>
      <p:sp>
        <p:nvSpPr>
          <p:cNvPr id="8" name="CuadroTexto 10">
            <a:extLst>
              <a:ext uri="{FF2B5EF4-FFF2-40B4-BE49-F238E27FC236}">
                <a16:creationId xmlns:a16="http://schemas.microsoft.com/office/drawing/2014/main" id="{94A151ED-A88D-8065-1178-616581C3FA19}"/>
              </a:ext>
            </a:extLst>
          </p:cNvPr>
          <p:cNvSpPr txBox="1"/>
          <p:nvPr/>
        </p:nvSpPr>
        <p:spPr>
          <a:xfrm>
            <a:off x="9125974" y="6959925"/>
            <a:ext cx="5399371" cy="40011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s-ES"/>
            </a:defPPr>
            <a:lvl1pPr marL="0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16736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75104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633472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91840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0208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608576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266944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2000" b="1" dirty="0">
                <a:latin typeface="Garamond" panose="02020404030301010803" pitchFamily="18" charset="0"/>
              </a:rPr>
              <a:t>Imagen 1 Pantalla de inicio PictoSeq</a:t>
            </a:r>
          </a:p>
        </p:txBody>
      </p:sp>
    </p:spTree>
    <p:extLst>
      <p:ext uri="{BB962C8B-B14F-4D97-AF65-F5344CB8AC3E}">
        <p14:creationId xmlns:p14="http://schemas.microsoft.com/office/powerpoint/2010/main" val="5325108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48E55-14C2-EBC3-5FFF-241B94B8A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10">
            <a:extLst>
              <a:ext uri="{FF2B5EF4-FFF2-40B4-BE49-F238E27FC236}">
                <a16:creationId xmlns:a16="http://schemas.microsoft.com/office/drawing/2014/main" id="{CE16748F-CD7D-DA35-5731-5383814C0489}"/>
              </a:ext>
            </a:extLst>
          </p:cNvPr>
          <p:cNvSpPr txBox="1"/>
          <p:nvPr/>
        </p:nvSpPr>
        <p:spPr>
          <a:xfrm>
            <a:off x="10270000" y="7719662"/>
            <a:ext cx="3979400" cy="40011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s-ES"/>
            </a:defPPr>
            <a:lvl1pPr marL="0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16736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75104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633472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91840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0208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608576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266944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2000" b="1" dirty="0">
                <a:latin typeface="Garamond" panose="02020404030301010803" pitchFamily="18" charset="0"/>
              </a:rPr>
              <a:t>Pantalla Sección Acerca de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086DE15-5371-FDD1-D6AF-32A3C35CC5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7909" y="1626243"/>
            <a:ext cx="9043582" cy="574705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" name="Rectangle 1">
            <a:extLst>
              <a:ext uri="{FF2B5EF4-FFF2-40B4-BE49-F238E27FC236}">
                <a16:creationId xmlns:a16="http://schemas.microsoft.com/office/drawing/2014/main" id="{95916AF1-E697-924E-F9AF-98D4F376D7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854" y="1514266"/>
            <a:ext cx="5753099" cy="69612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Sección “Acerca de”</a:t>
            </a:r>
            <a:endParaRPr kumimoji="0" lang="es-MX" altLang="es-MX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eorgia" panose="02040502050405020303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Presenta el </a:t>
            </a:r>
            <a:r>
              <a:rPr kumimoji="0" lang="es-MX" altLang="es-MX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fundamento y la justificación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del proyecto </a:t>
            </a:r>
            <a:r>
              <a:rPr kumimoji="0" lang="es-MX" altLang="es-MX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“Integración de IA y Modelos de Lenguaje Natural para la Creación de Secuencias de Pictogramas en Aplicaciones de Cultura, Educación y Salud”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. Aquí conocerás el </a:t>
            </a:r>
            <a:r>
              <a:rPr kumimoji="0" lang="es-MX" altLang="es-MX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contexto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, los </a:t>
            </a:r>
            <a:r>
              <a:rPr kumimoji="0" lang="es-MX" altLang="es-MX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objetivos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y el </a:t>
            </a:r>
            <a:r>
              <a:rPr kumimoji="0" lang="es-MX" altLang="es-MX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alcance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del proyecto.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Sección “Manual de Usuario”</a:t>
            </a:r>
            <a:b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</a:b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Aquí encontrarás este </a:t>
            </a:r>
            <a:r>
              <a:rPr kumimoji="0" lang="es-MX" altLang="es-MX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manual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con una guía completa para usar </a:t>
            </a:r>
            <a:r>
              <a:rPr kumimoji="0" lang="es-MX" altLang="es-MX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PictoSeq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: instrucciones paso a paso, referencias a </a:t>
            </a:r>
            <a:r>
              <a:rPr kumimoji="0" lang="es-MX" altLang="es-MX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imágenes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y explicación de cada botón y función. Ideal para aprender a usar la página desde cero y resolver dudas rápidamente.</a:t>
            </a: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FF320F03-EE8B-992C-CAF4-C4D4BA45CB2E}"/>
              </a:ext>
            </a:extLst>
          </p:cNvPr>
          <p:cNvSpPr>
            <a:spLocks noGrp="1"/>
          </p:cNvSpPr>
          <p:nvPr/>
        </p:nvSpPr>
        <p:spPr>
          <a:xfrm>
            <a:off x="720854" y="313745"/>
            <a:ext cx="12690346" cy="9661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s-ES"/>
            </a:defPPr>
            <a:lvl1pPr marL="0" algn="l" defTabSz="131673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16736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75104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633472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91840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0208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608576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266944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3200" dirty="0">
                <a:latin typeface="Garamond"/>
              </a:rPr>
              <a:t>2. </a:t>
            </a:r>
            <a:r>
              <a:rPr lang="es-ES" sz="4000" dirty="0">
                <a:latin typeface="Garamond"/>
              </a:rPr>
              <a:t>Sección “Acerca de” y 3. “Manual de Usuario”</a:t>
            </a:r>
            <a:endParaRPr lang="es-ES" sz="3200" dirty="0">
              <a:latin typeface="Garamond"/>
            </a:endParaRPr>
          </a:p>
        </p:txBody>
      </p:sp>
      <p:sp>
        <p:nvSpPr>
          <p:cNvPr id="6" name="Marcador de número de diapositiva 3">
            <a:extLst>
              <a:ext uri="{FF2B5EF4-FFF2-40B4-BE49-F238E27FC236}">
                <a16:creationId xmlns:a16="http://schemas.microsoft.com/office/drawing/2014/main" id="{32ED68B0-1CAA-C4B6-FC4C-308D22F4C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430750" y="8439149"/>
            <a:ext cx="569914" cy="560389"/>
          </a:xfrm>
        </p:spPr>
        <p:txBody>
          <a:bodyPr/>
          <a:lstStyle/>
          <a:p>
            <a:pPr algn="ctr"/>
            <a:fld id="{885179A7-F701-45CA-A3DD-F5E918BA0FF2}" type="slidenum">
              <a:rPr lang="es-MX" b="1" smtClean="0">
                <a:solidFill>
                  <a:schemeClr val="tx1"/>
                </a:solidFill>
                <a:latin typeface="Garamond" panose="02020404030301010803" pitchFamily="18" charset="0"/>
              </a:rPr>
              <a:pPr algn="ctr"/>
              <a:t>3</a:t>
            </a:fld>
            <a:endParaRPr lang="es-MX" b="1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40576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Interfaz de usuario gráfica, Sitio web&#10;&#10;El contenido generado por IA puede ser incorrecto.">
            <a:extLst>
              <a:ext uri="{FF2B5EF4-FFF2-40B4-BE49-F238E27FC236}">
                <a16:creationId xmlns:a16="http://schemas.microsoft.com/office/drawing/2014/main" id="{6B05A9F5-8CEB-7D67-9688-12CE2AC8B2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5172" y="1733551"/>
            <a:ext cx="11112352" cy="526788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BE3BBB9E-2701-EE9F-4DF2-CFCB158ACCFA}"/>
              </a:ext>
            </a:extLst>
          </p:cNvPr>
          <p:cNvSpPr txBox="1">
            <a:spLocks/>
          </p:cNvSpPr>
          <p:nvPr/>
        </p:nvSpPr>
        <p:spPr>
          <a:xfrm>
            <a:off x="361900" y="2964233"/>
            <a:ext cx="4866336" cy="526788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defPPr>
              <a:defRPr lang="es-ES"/>
            </a:defPPr>
            <a:lvl1pPr marL="0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16736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75104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633472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91840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0208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608576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266944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s-ES" sz="2000" dirty="0">
                <a:latin typeface="Georgia" panose="02040502050405020303" pitchFamily="18" charset="0"/>
              </a:rPr>
              <a:t>En la vista de categorías (Imagen 2) verás tres tarjetas: </a:t>
            </a:r>
            <a:r>
              <a:rPr lang="es-ES" sz="2000" b="1" dirty="0">
                <a:latin typeface="Georgia" panose="02040502050405020303" pitchFamily="18" charset="0"/>
              </a:rPr>
              <a:t>Salud, Educación y Cultura.</a:t>
            </a:r>
          </a:p>
          <a:p>
            <a:pPr algn="just">
              <a:lnSpc>
                <a:spcPct val="150000"/>
              </a:lnSpc>
            </a:pPr>
            <a:r>
              <a:rPr lang="es-ES" sz="2000" dirty="0">
                <a:latin typeface="Georgia" panose="02040502050405020303" pitchFamily="18" charset="0"/>
              </a:rPr>
              <a:t>En cada tarjeta, pulsa el botón </a:t>
            </a:r>
            <a:r>
              <a:rPr lang="es-ES" sz="2000" b="1" dirty="0">
                <a:latin typeface="Georgia" panose="02040502050405020303" pitchFamily="18" charset="0"/>
              </a:rPr>
              <a:t>Entrar </a:t>
            </a:r>
            <a:r>
              <a:rPr lang="es-ES" sz="2000" dirty="0">
                <a:latin typeface="Georgia" panose="02040502050405020303" pitchFamily="18" charset="0"/>
              </a:rPr>
              <a:t>para abrir las secuencias de pictogramas del contexto seleccionado.</a:t>
            </a:r>
          </a:p>
          <a:p>
            <a:pPr algn="just">
              <a:lnSpc>
                <a:spcPct val="150000"/>
              </a:lnSpc>
            </a:pPr>
            <a:r>
              <a:rPr lang="es-ES" sz="2000" dirty="0">
                <a:latin typeface="Georgia" panose="02040502050405020303" pitchFamily="18" charset="0"/>
              </a:rPr>
              <a:t>Por cada categoría se </a:t>
            </a:r>
            <a:r>
              <a:rPr lang="es-ES" sz="2000" b="1" dirty="0">
                <a:latin typeface="Georgia" panose="02040502050405020303" pitchFamily="18" charset="0"/>
              </a:rPr>
              <a:t>muestran 500 secuencias</a:t>
            </a:r>
            <a:r>
              <a:rPr lang="es-ES" sz="2000" dirty="0">
                <a:latin typeface="Georgia" panose="02040502050405020303" pitchFamily="18" charset="0"/>
              </a:rPr>
              <a:t> (Imagen 3).</a:t>
            </a:r>
          </a:p>
          <a:p>
            <a:pPr algn="just"/>
            <a:endParaRPr lang="es-ES" sz="2400" dirty="0">
              <a:latin typeface="Georgia"/>
            </a:endParaRPr>
          </a:p>
          <a:p>
            <a:endParaRPr lang="es-ES" dirty="0">
              <a:latin typeface="Georgia"/>
            </a:endParaRPr>
          </a:p>
        </p:txBody>
      </p:sp>
      <p:sp>
        <p:nvSpPr>
          <p:cNvPr id="6" name="CuadroTexto 10">
            <a:extLst>
              <a:ext uri="{FF2B5EF4-FFF2-40B4-BE49-F238E27FC236}">
                <a16:creationId xmlns:a16="http://schemas.microsoft.com/office/drawing/2014/main" id="{389D3C62-B581-1D58-65B8-3457B8C3659A}"/>
              </a:ext>
            </a:extLst>
          </p:cNvPr>
          <p:cNvSpPr txBox="1"/>
          <p:nvPr/>
        </p:nvSpPr>
        <p:spPr>
          <a:xfrm>
            <a:off x="8529048" y="7265987"/>
            <a:ext cx="6324600" cy="40011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s-ES"/>
            </a:defPPr>
            <a:lvl1pPr marL="0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16736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75104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633472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91840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0208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608576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266944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2000" b="1" dirty="0">
                <a:latin typeface="Garamond" panose="02020404030301010803" pitchFamily="18" charset="0"/>
              </a:rPr>
              <a:t>Imagen 2 Tarjetas Salud, Educación y Cultura</a:t>
            </a: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6E6DFC0C-48CC-20FD-5CD1-1FDCE9C3DFD7}"/>
              </a:ext>
            </a:extLst>
          </p:cNvPr>
          <p:cNvSpPr>
            <a:spLocks noGrp="1"/>
          </p:cNvSpPr>
          <p:nvPr/>
        </p:nvSpPr>
        <p:spPr>
          <a:xfrm>
            <a:off x="361900" y="1543051"/>
            <a:ext cx="4637786" cy="9661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s-ES"/>
            </a:defPPr>
            <a:lvl1pPr marL="0" algn="l" defTabSz="131673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16736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75104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633472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91840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0208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608576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266944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4000" dirty="0">
                <a:latin typeface="Garamond"/>
              </a:rPr>
              <a:t>4. Sección Categorías</a:t>
            </a:r>
          </a:p>
        </p:txBody>
      </p:sp>
      <p:sp>
        <p:nvSpPr>
          <p:cNvPr id="8" name="Marcador de número de diapositiva 3">
            <a:extLst>
              <a:ext uri="{FF2B5EF4-FFF2-40B4-BE49-F238E27FC236}">
                <a16:creationId xmlns:a16="http://schemas.microsoft.com/office/drawing/2014/main" id="{D922539B-CD58-2D44-3876-1808FC74F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430750" y="8439149"/>
            <a:ext cx="569914" cy="560389"/>
          </a:xfrm>
        </p:spPr>
        <p:txBody>
          <a:bodyPr/>
          <a:lstStyle/>
          <a:p>
            <a:pPr algn="ctr"/>
            <a:fld id="{885179A7-F701-45CA-A3DD-F5E918BA0FF2}" type="slidenum">
              <a:rPr lang="es-MX" b="1" smtClean="0">
                <a:solidFill>
                  <a:schemeClr val="tx1"/>
                </a:solidFill>
                <a:latin typeface="Garamond" panose="02020404030301010803" pitchFamily="18" charset="0"/>
              </a:rPr>
              <a:pPr algn="ctr"/>
              <a:t>4</a:t>
            </a:fld>
            <a:endParaRPr lang="es-MX" b="1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45677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F8B9A-3352-9550-185B-EDFF7EFF4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F3434BC-B99C-D22C-0402-94B9FCBD992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125" b="6245"/>
          <a:stretch>
            <a:fillRect/>
          </a:stretch>
        </p:blipFill>
        <p:spPr>
          <a:xfrm>
            <a:off x="11567790" y="596161"/>
            <a:ext cx="3988103" cy="766814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CuadroTexto 10">
            <a:extLst>
              <a:ext uri="{FF2B5EF4-FFF2-40B4-BE49-F238E27FC236}">
                <a16:creationId xmlns:a16="http://schemas.microsoft.com/office/drawing/2014/main" id="{13549338-E511-5996-D9C0-5132270A45EE}"/>
              </a:ext>
            </a:extLst>
          </p:cNvPr>
          <p:cNvSpPr txBox="1"/>
          <p:nvPr/>
        </p:nvSpPr>
        <p:spPr>
          <a:xfrm>
            <a:off x="11230102" y="8356345"/>
            <a:ext cx="4663477" cy="40011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s-ES"/>
            </a:defPPr>
            <a:lvl1pPr marL="0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16736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75104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633472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91840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0208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608576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266944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2000" b="1" dirty="0">
                <a:latin typeface="Garamond" panose="02020404030301010803" pitchFamily="18" charset="0"/>
              </a:rPr>
              <a:t>Imagen 3 Secuencias de Salud</a:t>
            </a:r>
          </a:p>
        </p:txBody>
      </p:sp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B2C1A6DA-27D6-CB00-CD0F-0CAE719D26BC}"/>
              </a:ext>
            </a:extLst>
          </p:cNvPr>
          <p:cNvSpPr txBox="1">
            <a:spLocks/>
          </p:cNvSpPr>
          <p:nvPr/>
        </p:nvSpPr>
        <p:spPr>
          <a:xfrm>
            <a:off x="1377138" y="1129751"/>
            <a:ext cx="8490145" cy="5858401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7500" lnSpcReduction="20000"/>
          </a:bodyPr>
          <a:lstStyle>
            <a:defPPr>
              <a:defRPr lang="es-ES"/>
            </a:defPPr>
            <a:lvl1pPr marL="0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16736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75104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633472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91840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0208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608576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266944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70000"/>
              </a:lnSpc>
            </a:pPr>
            <a:r>
              <a:rPr lang="es-MX" sz="2600" b="1" dirty="0">
                <a:latin typeface="Georgia" panose="02040502050405020303" pitchFamily="18" charset="0"/>
              </a:rPr>
              <a:t>Ejemplo: categoría Salud</a:t>
            </a:r>
            <a:endParaRPr lang="es-MX" sz="2600" dirty="0">
              <a:latin typeface="Georgia" panose="02040502050405020303" pitchFamily="18" charset="0"/>
            </a:endParaRPr>
          </a:p>
          <a:p>
            <a:pPr>
              <a:lnSpc>
                <a:spcPct val="170000"/>
              </a:lnSpc>
            </a:pPr>
            <a:r>
              <a:rPr lang="es-MX" sz="2600" dirty="0">
                <a:latin typeface="Georgia" panose="02040502050405020303" pitchFamily="18" charset="0"/>
              </a:rPr>
              <a:t>Al entrar a </a:t>
            </a:r>
            <a:r>
              <a:rPr lang="es-MX" sz="2600" b="1" dirty="0">
                <a:latin typeface="Georgia" panose="02040502050405020303" pitchFamily="18" charset="0"/>
              </a:rPr>
              <a:t>Salud</a:t>
            </a:r>
            <a:r>
              <a:rPr lang="es-MX" sz="2600" dirty="0">
                <a:latin typeface="Georgia" panose="02040502050405020303" pitchFamily="18" charset="0"/>
              </a:rPr>
              <a:t> verás la misma vista mostrada en la </a:t>
            </a:r>
            <a:r>
              <a:rPr lang="es-MX" sz="2600" i="1" dirty="0">
                <a:latin typeface="Georgia" panose="02040502050405020303" pitchFamily="18" charset="0"/>
              </a:rPr>
              <a:t>Imagen 3</a:t>
            </a:r>
            <a:r>
              <a:rPr lang="es-MX" sz="2600" dirty="0">
                <a:latin typeface="Georgia" panose="02040502050405020303" pitchFamily="18" charset="0"/>
              </a:rPr>
              <a:t>:</a:t>
            </a:r>
          </a:p>
          <a:p>
            <a:pPr marL="342900" indent="-34290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s-MX" sz="2600" dirty="0">
                <a:latin typeface="Georgia" panose="02040502050405020303" pitchFamily="18" charset="0"/>
              </a:rPr>
              <a:t>Arriba encontrarás un </a:t>
            </a:r>
            <a:r>
              <a:rPr lang="es-MX" sz="2600" b="1" dirty="0">
                <a:latin typeface="Georgia" panose="02040502050405020303" pitchFamily="18" charset="0"/>
              </a:rPr>
              <a:t>carrusel</a:t>
            </a:r>
            <a:r>
              <a:rPr lang="es-MX" sz="2600" dirty="0">
                <a:latin typeface="Georgia" panose="02040502050405020303" pitchFamily="18" charset="0"/>
              </a:rPr>
              <a:t> con las secuencias generadas. Navega con las flechas.</a:t>
            </a:r>
          </a:p>
          <a:p>
            <a:pPr marL="342900" indent="-34290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s-MX" sz="2600" dirty="0">
                <a:latin typeface="Georgia" panose="02040502050405020303" pitchFamily="18" charset="0"/>
              </a:rPr>
              <a:t>Debajo, una </a:t>
            </a:r>
            <a:r>
              <a:rPr lang="es-MX" sz="2600" b="1" dirty="0">
                <a:latin typeface="Georgia" panose="02040502050405020303" pitchFamily="18" charset="0"/>
              </a:rPr>
              <a:t>tabla</a:t>
            </a:r>
            <a:r>
              <a:rPr lang="es-MX" sz="2600" dirty="0">
                <a:latin typeface="Georgia" panose="02040502050405020303" pitchFamily="18" charset="0"/>
              </a:rPr>
              <a:t> con todas las </a:t>
            </a:r>
            <a:r>
              <a:rPr lang="es-MX" sz="2600" b="1" dirty="0">
                <a:latin typeface="Georgia" panose="02040502050405020303" pitchFamily="18" charset="0"/>
              </a:rPr>
              <a:t>picto-secuencias</a:t>
            </a:r>
            <a:r>
              <a:rPr lang="es-MX" sz="2600" dirty="0">
                <a:latin typeface="Georgia" panose="02040502050405020303" pitchFamily="18" charset="0"/>
              </a:rPr>
              <a:t> de la categoría.</a:t>
            </a:r>
          </a:p>
          <a:p>
            <a:pPr marL="342900" indent="-34290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s-MX" sz="2600" dirty="0">
                <a:latin typeface="Georgia" panose="02040502050405020303" pitchFamily="18" charset="0"/>
              </a:rPr>
              <a:t>Hay </a:t>
            </a:r>
            <a:r>
              <a:rPr lang="es-MX" sz="2600" b="1" dirty="0">
                <a:latin typeface="Georgia" panose="02040502050405020303" pitchFamily="18" charset="0"/>
              </a:rPr>
              <a:t>tres botones de acción</a:t>
            </a:r>
            <a:r>
              <a:rPr lang="es-MX" sz="2600" dirty="0">
                <a:latin typeface="Georgia" panose="02040502050405020303" pitchFamily="18" charset="0"/>
              </a:rPr>
              <a:t> principales (se explican en la siguiente sección).</a:t>
            </a:r>
          </a:p>
          <a:p>
            <a:pPr marL="342900" indent="-34290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s-MX" sz="2600" dirty="0">
                <a:latin typeface="Georgia" panose="02040502050405020303" pitchFamily="18" charset="0"/>
              </a:rPr>
              <a:t>Esto funciona </a:t>
            </a:r>
            <a:r>
              <a:rPr lang="es-MX" sz="2600" b="1" dirty="0">
                <a:latin typeface="Georgia" panose="02040502050405020303" pitchFamily="18" charset="0"/>
              </a:rPr>
              <a:t>igual</a:t>
            </a:r>
            <a:r>
              <a:rPr lang="es-MX" sz="2600" dirty="0">
                <a:latin typeface="Georgia" panose="02040502050405020303" pitchFamily="18" charset="0"/>
              </a:rPr>
              <a:t> para las otras categorías: </a:t>
            </a:r>
            <a:r>
              <a:rPr lang="es-MX" sz="2600" b="1" dirty="0">
                <a:latin typeface="Georgia" panose="02040502050405020303" pitchFamily="18" charset="0"/>
              </a:rPr>
              <a:t>Educación</a:t>
            </a:r>
            <a:r>
              <a:rPr lang="es-MX" sz="2600" dirty="0">
                <a:latin typeface="Georgia" panose="02040502050405020303" pitchFamily="18" charset="0"/>
              </a:rPr>
              <a:t> y </a:t>
            </a:r>
            <a:r>
              <a:rPr lang="es-MX" sz="2600" b="1" dirty="0">
                <a:latin typeface="Georgia" panose="02040502050405020303" pitchFamily="18" charset="0"/>
              </a:rPr>
              <a:t>Cultura</a:t>
            </a:r>
            <a:r>
              <a:rPr lang="es-MX" sz="2600" dirty="0">
                <a:latin typeface="Georgia" panose="02040502050405020303" pitchFamily="18" charset="0"/>
              </a:rPr>
              <a:t>.</a:t>
            </a:r>
          </a:p>
          <a:p>
            <a:pPr>
              <a:lnSpc>
                <a:spcPct val="170000"/>
              </a:lnSpc>
            </a:pPr>
            <a:r>
              <a:rPr lang="es-MX" sz="2600" b="1" dirty="0">
                <a:latin typeface="Georgia" panose="02040502050405020303" pitchFamily="18" charset="0"/>
              </a:rPr>
              <a:t>Nota:</a:t>
            </a:r>
            <a:r>
              <a:rPr lang="es-MX" sz="2600" dirty="0">
                <a:latin typeface="Georgia" panose="02040502050405020303" pitchFamily="18" charset="0"/>
              </a:rPr>
              <a:t> Desde la </a:t>
            </a:r>
            <a:r>
              <a:rPr lang="es-MX" sz="2600" b="1" dirty="0">
                <a:latin typeface="Georgia" panose="02040502050405020303" pitchFamily="18" charset="0"/>
              </a:rPr>
              <a:t>pantalla de inicio</a:t>
            </a:r>
            <a:r>
              <a:rPr lang="es-MX" sz="2600" dirty="0">
                <a:latin typeface="Georgia" panose="02040502050405020303" pitchFamily="18" charset="0"/>
              </a:rPr>
              <a:t> (</a:t>
            </a:r>
            <a:r>
              <a:rPr lang="es-MX" sz="2600" i="1" dirty="0">
                <a:latin typeface="Georgia" panose="02040502050405020303" pitchFamily="18" charset="0"/>
              </a:rPr>
              <a:t>Imagen 1</a:t>
            </a:r>
            <a:r>
              <a:rPr lang="es-MX" sz="2600" dirty="0">
                <a:latin typeface="Georgia" panose="02040502050405020303" pitchFamily="18" charset="0"/>
              </a:rPr>
              <a:t>), al hacer clic en </a:t>
            </a:r>
            <a:r>
              <a:rPr lang="es-MX" sz="2600" b="1" dirty="0">
                <a:latin typeface="Georgia" panose="02040502050405020303" pitchFamily="18" charset="0"/>
              </a:rPr>
              <a:t>Salud</a:t>
            </a:r>
            <a:r>
              <a:rPr lang="es-MX" sz="2600" dirty="0">
                <a:latin typeface="Georgia" panose="02040502050405020303" pitchFamily="18" charset="0"/>
              </a:rPr>
              <a:t>, </a:t>
            </a:r>
            <a:r>
              <a:rPr lang="es-MX" sz="2600" b="1" dirty="0">
                <a:latin typeface="Georgia" panose="02040502050405020303" pitchFamily="18" charset="0"/>
              </a:rPr>
              <a:t>Educación</a:t>
            </a:r>
            <a:r>
              <a:rPr lang="es-MX" sz="2600" dirty="0">
                <a:latin typeface="Georgia" panose="02040502050405020303" pitchFamily="18" charset="0"/>
              </a:rPr>
              <a:t> o </a:t>
            </a:r>
            <a:r>
              <a:rPr lang="es-MX" sz="2600" b="1" dirty="0">
                <a:latin typeface="Georgia" panose="02040502050405020303" pitchFamily="18" charset="0"/>
              </a:rPr>
              <a:t>Cultura</a:t>
            </a:r>
            <a:r>
              <a:rPr lang="es-MX" sz="2600" dirty="0">
                <a:latin typeface="Georgia" panose="02040502050405020303" pitchFamily="18" charset="0"/>
              </a:rPr>
              <a:t>, llegarás a esta misma vista de categorías dependiendo el contexto (</a:t>
            </a:r>
            <a:r>
              <a:rPr lang="es-MX" sz="2600" i="1" dirty="0">
                <a:latin typeface="Georgia" panose="02040502050405020303" pitchFamily="18" charset="0"/>
              </a:rPr>
              <a:t>Imagen 3</a:t>
            </a:r>
            <a:r>
              <a:rPr lang="es-MX" sz="2600" dirty="0">
                <a:latin typeface="Georgia" panose="02040502050405020303" pitchFamily="18" charset="0"/>
              </a:rPr>
              <a:t>).</a:t>
            </a:r>
          </a:p>
          <a:p>
            <a:pPr algn="just"/>
            <a:endParaRPr lang="es-MX" sz="2400" dirty="0">
              <a:latin typeface="Georgia" panose="02040502050405020303" pitchFamily="18" charset="0"/>
            </a:endParaRPr>
          </a:p>
          <a:p>
            <a:endParaRPr lang="es-ES" dirty="0">
              <a:latin typeface="Georgia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47A65DA3-53AA-D127-7F0E-361D8AB0F7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9544" y="6937626"/>
            <a:ext cx="8490146" cy="141871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A08C89AE-FC06-7C01-1943-243756016963}"/>
              </a:ext>
            </a:extLst>
          </p:cNvPr>
          <p:cNvSpPr txBox="1"/>
          <p:nvPr/>
        </p:nvSpPr>
        <p:spPr>
          <a:xfrm>
            <a:off x="2581771" y="8460677"/>
            <a:ext cx="6080878" cy="40011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s-ES"/>
            </a:defPPr>
            <a:lvl1pPr marL="0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16736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75104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633472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91840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0208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608576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266944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2000" b="1" dirty="0">
                <a:latin typeface="Garamond" panose="02020404030301010803" pitchFamily="18" charset="0"/>
              </a:rPr>
              <a:t>Accesos rápidos a secuencias en imagen 1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449E59F-0D90-A861-7726-F48177431349}"/>
              </a:ext>
            </a:extLst>
          </p:cNvPr>
          <p:cNvSpPr>
            <a:spLocks noGrp="1"/>
          </p:cNvSpPr>
          <p:nvPr/>
        </p:nvSpPr>
        <p:spPr>
          <a:xfrm>
            <a:off x="514002" y="113096"/>
            <a:ext cx="4419600" cy="9661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s-ES"/>
            </a:defPPr>
            <a:lvl1pPr marL="0" algn="l" defTabSz="131673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16736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75104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633472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91840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0208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608576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266944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4000" dirty="0">
                <a:latin typeface="Garamond"/>
              </a:rPr>
              <a:t>4.1 Secuencias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518BCBA-4DFF-8131-14A0-98CF684FC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430750" y="8439149"/>
            <a:ext cx="569914" cy="560389"/>
          </a:xfrm>
        </p:spPr>
        <p:txBody>
          <a:bodyPr/>
          <a:lstStyle/>
          <a:p>
            <a:pPr algn="ctr"/>
            <a:fld id="{885179A7-F701-45CA-A3DD-F5E918BA0FF2}" type="slidenum">
              <a:rPr lang="es-MX" b="1" smtClean="0">
                <a:solidFill>
                  <a:schemeClr val="tx1"/>
                </a:solidFill>
                <a:latin typeface="Garamond" panose="02020404030301010803" pitchFamily="18" charset="0"/>
              </a:rPr>
              <a:pPr algn="ctr"/>
              <a:t>5</a:t>
            </a:fld>
            <a:endParaRPr lang="es-MX" b="1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47545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4615FA0C-29A5-39A0-35DD-7661B1251F93}"/>
              </a:ext>
            </a:extLst>
          </p:cNvPr>
          <p:cNvSpPr txBox="1">
            <a:spLocks/>
          </p:cNvSpPr>
          <p:nvPr/>
        </p:nvSpPr>
        <p:spPr>
          <a:xfrm>
            <a:off x="284765" y="1087883"/>
            <a:ext cx="7468585" cy="763146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es-ES"/>
            </a:defPPr>
            <a:lvl1pPr marL="0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16736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75104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633472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91840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0208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608576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266944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s-MX" sz="1800" b="1" dirty="0">
                <a:latin typeface="Georgia" panose="02040502050405020303" pitchFamily="18" charset="0"/>
              </a:rPr>
              <a:t>Qué hace</a:t>
            </a:r>
            <a:r>
              <a:rPr lang="es-MX" sz="1800" dirty="0">
                <a:latin typeface="Georgia" panose="02040502050405020303" pitchFamily="18" charset="0"/>
              </a:rPr>
              <a:t>: Activa la </a:t>
            </a:r>
            <a:r>
              <a:rPr lang="es-MX" sz="1800" b="1" dirty="0">
                <a:latin typeface="Georgia" panose="02040502050405020303" pitchFamily="18" charset="0"/>
              </a:rPr>
              <a:t>columna de candidatos</a:t>
            </a:r>
            <a:r>
              <a:rPr lang="es-MX" sz="1800" dirty="0">
                <a:latin typeface="Georgia" panose="02040502050405020303" pitchFamily="18" charset="0"/>
              </a:rPr>
              <a:t> para cada palabra de la oración (Imagen 4). </a:t>
            </a:r>
          </a:p>
          <a:p>
            <a:pPr algn="just">
              <a:lnSpc>
                <a:spcPct val="150000"/>
              </a:lnSpc>
            </a:pPr>
            <a:r>
              <a:rPr lang="es-MX" sz="1800" dirty="0">
                <a:latin typeface="Georgia" panose="02040502050405020303" pitchFamily="18" charset="0"/>
              </a:rPr>
              <a:t>Verás: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1800" dirty="0">
                <a:latin typeface="Georgia" panose="02040502050405020303" pitchFamily="18" charset="0"/>
              </a:rPr>
              <a:t>La </a:t>
            </a:r>
            <a:r>
              <a:rPr lang="es-MX" sz="1800" b="1" dirty="0">
                <a:latin typeface="Georgia" panose="02040502050405020303" pitchFamily="18" charset="0"/>
              </a:rPr>
              <a:t>oración </a:t>
            </a:r>
            <a:r>
              <a:rPr lang="es-MX" sz="1800" dirty="0">
                <a:latin typeface="Georgia" panose="02040502050405020303" pitchFamily="18" charset="0"/>
              </a:rPr>
              <a:t>(ej.: “yo querer ir váter”).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1800" dirty="0">
                <a:latin typeface="Georgia" panose="02040502050405020303" pitchFamily="18" charset="0"/>
              </a:rPr>
              <a:t>La </a:t>
            </a:r>
            <a:r>
              <a:rPr lang="es-MX" sz="1800" b="1" dirty="0">
                <a:latin typeface="Georgia" panose="02040502050405020303" pitchFamily="18" charset="0"/>
              </a:rPr>
              <a:t>secuencia actual</a:t>
            </a:r>
            <a:r>
              <a:rPr lang="es-MX" sz="1800" dirty="0">
                <a:latin typeface="Georgia" panose="02040502050405020303" pitchFamily="18" charset="0"/>
              </a:rPr>
              <a:t> en pictogramas.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1800" dirty="0">
                <a:latin typeface="Georgia" panose="02040502050405020303" pitchFamily="18" charset="0"/>
              </a:rPr>
              <a:t>La </a:t>
            </a:r>
            <a:r>
              <a:rPr lang="es-MX" sz="1800" b="1" dirty="0">
                <a:latin typeface="Georgia" panose="02040502050405020303" pitchFamily="18" charset="0"/>
              </a:rPr>
              <a:t>columna de candidatos </a:t>
            </a:r>
            <a:r>
              <a:rPr lang="es-MX" sz="1800" dirty="0">
                <a:latin typeface="Georgia" panose="02040502050405020303" pitchFamily="18" charset="0"/>
              </a:rPr>
              <a:t>por palabra.</a:t>
            </a:r>
          </a:p>
          <a:p>
            <a:pPr algn="just">
              <a:lnSpc>
                <a:spcPct val="150000"/>
              </a:lnSpc>
            </a:pPr>
            <a:r>
              <a:rPr lang="es-MX" sz="1800" b="1" dirty="0">
                <a:latin typeface="Georgia" panose="02040502050405020303" pitchFamily="18" charset="0"/>
              </a:rPr>
              <a:t>Cómo usarlo</a:t>
            </a:r>
          </a:p>
          <a:p>
            <a:pPr algn="just">
              <a:lnSpc>
                <a:spcPct val="150000"/>
              </a:lnSpc>
            </a:pPr>
            <a:r>
              <a:rPr lang="es-MX" sz="1800" dirty="0">
                <a:latin typeface="Georgia" panose="02040502050405020303" pitchFamily="18" charset="0"/>
              </a:rPr>
              <a:t>1. Pulsa </a:t>
            </a:r>
            <a:r>
              <a:rPr lang="es-MX" sz="1800" b="1" dirty="0">
                <a:latin typeface="Georgia" panose="02040502050405020303" pitchFamily="18" charset="0"/>
              </a:rPr>
              <a:t>Modificar secuencias</a:t>
            </a:r>
            <a:r>
              <a:rPr lang="es-MX" sz="1800" dirty="0">
                <a:latin typeface="Georgia" panose="02040502050405020303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s-MX" sz="1800" dirty="0">
                <a:latin typeface="Georgia" panose="02040502050405020303" pitchFamily="18" charset="0"/>
              </a:rPr>
              <a:t>2. En la columna de </a:t>
            </a:r>
            <a:r>
              <a:rPr lang="es-MX" sz="1800" b="1" dirty="0">
                <a:latin typeface="Georgia" panose="02040502050405020303" pitchFamily="18" charset="0"/>
              </a:rPr>
              <a:t>Candidatos</a:t>
            </a:r>
            <a:r>
              <a:rPr lang="es-MX" sz="1800" dirty="0">
                <a:latin typeface="Georgia" panose="02040502050405020303" pitchFamily="18" charset="0"/>
              </a:rPr>
              <a:t>, selecciona el pictograma que prefieras para cada palabra.</a:t>
            </a:r>
          </a:p>
          <a:p>
            <a:pPr algn="just">
              <a:lnSpc>
                <a:spcPct val="150000"/>
              </a:lnSpc>
            </a:pPr>
            <a:r>
              <a:rPr lang="es-MX" sz="1800" b="1" dirty="0">
                <a:latin typeface="Georgia" panose="02040502050405020303" pitchFamily="18" charset="0"/>
              </a:rPr>
              <a:t>- Ejemplo</a:t>
            </a:r>
            <a:r>
              <a:rPr lang="es-MX" sz="1800" dirty="0">
                <a:latin typeface="Georgia" panose="02040502050405020303" pitchFamily="18" charset="0"/>
              </a:rPr>
              <a:t>: para </a:t>
            </a:r>
            <a:r>
              <a:rPr lang="es-MX" sz="1800" b="1" dirty="0">
                <a:latin typeface="Georgia" panose="02040502050405020303" pitchFamily="18" charset="0"/>
              </a:rPr>
              <a:t>“yo” </a:t>
            </a:r>
            <a:r>
              <a:rPr lang="es-MX" sz="1800" dirty="0">
                <a:latin typeface="Georgia" panose="02040502050405020303" pitchFamily="18" charset="0"/>
              </a:rPr>
              <a:t>pueden mostrarse varios candidatos; elige el que más te convenga.</a:t>
            </a:r>
          </a:p>
          <a:p>
            <a:pPr algn="just">
              <a:lnSpc>
                <a:spcPct val="150000"/>
              </a:lnSpc>
            </a:pPr>
            <a:r>
              <a:rPr lang="es-MX" sz="1800" dirty="0">
                <a:latin typeface="Georgia" panose="02040502050405020303" pitchFamily="18" charset="0"/>
              </a:rPr>
              <a:t>3. Repite con las demás palabras según necesites.</a:t>
            </a:r>
          </a:p>
          <a:p>
            <a:pPr algn="just">
              <a:lnSpc>
                <a:spcPct val="150000"/>
              </a:lnSpc>
            </a:pPr>
            <a:r>
              <a:rPr lang="es-MX" sz="1800" dirty="0">
                <a:latin typeface="Georgia" panose="02040502050405020303" pitchFamily="18" charset="0"/>
              </a:rPr>
              <a:t>4. Repite con demás oraciones. </a:t>
            </a:r>
          </a:p>
          <a:p>
            <a:pPr algn="just">
              <a:lnSpc>
                <a:spcPct val="150000"/>
              </a:lnSpc>
            </a:pPr>
            <a:r>
              <a:rPr lang="es-MX" sz="1800" dirty="0">
                <a:latin typeface="Georgia" panose="02040502050405020303" pitchFamily="18" charset="0"/>
              </a:rPr>
              <a:t>5. Pulsa </a:t>
            </a:r>
            <a:r>
              <a:rPr lang="es-MX" sz="1800" b="1" dirty="0">
                <a:latin typeface="Georgia" panose="02040502050405020303" pitchFamily="18" charset="0"/>
              </a:rPr>
              <a:t>Guardar cambios </a:t>
            </a:r>
            <a:r>
              <a:rPr lang="es-MX" sz="1800" dirty="0">
                <a:latin typeface="Georgia" panose="02040502050405020303" pitchFamily="18" charset="0"/>
              </a:rPr>
              <a:t>para aplicar tus modificaciones.</a:t>
            </a:r>
          </a:p>
          <a:p>
            <a:pPr algn="just">
              <a:lnSpc>
                <a:spcPct val="150000"/>
              </a:lnSpc>
            </a:pPr>
            <a:r>
              <a:rPr lang="es-MX" sz="1800" b="1" dirty="0">
                <a:latin typeface="Georgia" panose="02040502050405020303" pitchFamily="18" charset="0"/>
              </a:rPr>
              <a:t>Nota: </a:t>
            </a:r>
            <a:r>
              <a:rPr lang="es-MX" sz="1800" dirty="0">
                <a:latin typeface="Georgia" panose="02040502050405020303" pitchFamily="18" charset="0"/>
              </a:rPr>
              <a:t>Si no deseas cambiar nada, vuelve a pulsar </a:t>
            </a:r>
            <a:r>
              <a:rPr lang="es-MX" sz="1800" b="1" dirty="0">
                <a:latin typeface="Georgia" panose="02040502050405020303" pitchFamily="18" charset="0"/>
              </a:rPr>
              <a:t>Modificar secuencias</a:t>
            </a:r>
            <a:r>
              <a:rPr lang="es-MX" sz="1800" dirty="0">
                <a:latin typeface="Georgia" panose="02040502050405020303" pitchFamily="18" charset="0"/>
              </a:rPr>
              <a:t> para </a:t>
            </a:r>
            <a:r>
              <a:rPr lang="es-MX" sz="1800" b="1" dirty="0">
                <a:latin typeface="Georgia" panose="02040502050405020303" pitchFamily="18" charset="0"/>
              </a:rPr>
              <a:t>ocultar </a:t>
            </a:r>
            <a:r>
              <a:rPr lang="es-MX" sz="1800" dirty="0">
                <a:latin typeface="Georgia" panose="02040502050405020303" pitchFamily="18" charset="0"/>
              </a:rPr>
              <a:t>la columna de candidatos.</a:t>
            </a:r>
          </a:p>
          <a:p>
            <a:r>
              <a:rPr lang="es-MX" sz="2000" dirty="0">
                <a:latin typeface="Georgia" panose="02040502050405020303" pitchFamily="18" charset="0"/>
              </a:rPr>
              <a:t>  </a:t>
            </a:r>
            <a:endParaRPr lang="es-ES" sz="2000" dirty="0">
              <a:latin typeface="Georgia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5B755487-1E7A-304C-9C2E-0941E2E18C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2900" y="2630253"/>
            <a:ext cx="9895711" cy="32319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CuadroTexto 10">
            <a:extLst>
              <a:ext uri="{FF2B5EF4-FFF2-40B4-BE49-F238E27FC236}">
                <a16:creationId xmlns:a16="http://schemas.microsoft.com/office/drawing/2014/main" id="{D8F63E30-CC1E-AAB2-C4A5-EB7890881304}"/>
              </a:ext>
            </a:extLst>
          </p:cNvPr>
          <p:cNvSpPr txBox="1"/>
          <p:nvPr/>
        </p:nvSpPr>
        <p:spPr>
          <a:xfrm>
            <a:off x="10105835" y="6049124"/>
            <a:ext cx="5609839" cy="307777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s-ES"/>
            </a:defPPr>
            <a:lvl1pPr marL="0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16736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75104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633472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91840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0208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608576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266944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400" b="1" dirty="0">
                <a:latin typeface="Georgia"/>
              </a:rPr>
              <a:t>Imagen 4 Vista al activar botón Modificar secuencias </a:t>
            </a:r>
          </a:p>
        </p:txBody>
      </p:sp>
      <p:sp>
        <p:nvSpPr>
          <p:cNvPr id="3" name="Marcador de número de diapositiva 3">
            <a:extLst>
              <a:ext uri="{FF2B5EF4-FFF2-40B4-BE49-F238E27FC236}">
                <a16:creationId xmlns:a16="http://schemas.microsoft.com/office/drawing/2014/main" id="{705ACA8A-8614-3A48-969F-0749DE905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430750" y="8439149"/>
            <a:ext cx="569914" cy="560389"/>
          </a:xfrm>
        </p:spPr>
        <p:txBody>
          <a:bodyPr/>
          <a:lstStyle/>
          <a:p>
            <a:pPr algn="ctr"/>
            <a:fld id="{885179A7-F701-45CA-A3DD-F5E918BA0FF2}" type="slidenum">
              <a:rPr lang="es-MX" b="1" smtClean="0">
                <a:solidFill>
                  <a:schemeClr val="tx1"/>
                </a:solidFill>
                <a:latin typeface="Garamond" panose="02020404030301010803" pitchFamily="18" charset="0"/>
              </a:rPr>
              <a:pPr algn="ctr"/>
              <a:t>6</a:t>
            </a:fld>
            <a:endParaRPr lang="es-MX" b="1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81A885B7-C28F-5160-E7D7-D4DA44D6A28E}"/>
              </a:ext>
            </a:extLst>
          </p:cNvPr>
          <p:cNvSpPr>
            <a:spLocks noGrp="1"/>
          </p:cNvSpPr>
          <p:nvPr/>
        </p:nvSpPr>
        <p:spPr>
          <a:xfrm>
            <a:off x="284765" y="159853"/>
            <a:ext cx="6714236" cy="9661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s-ES"/>
            </a:defPPr>
            <a:lvl1pPr marL="0" algn="l" defTabSz="131673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16736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75104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633472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91840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0208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608576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266944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4000" dirty="0">
                <a:latin typeface="Garamond"/>
              </a:rPr>
              <a:t>Botón: Modificar secuencias </a:t>
            </a:r>
          </a:p>
        </p:txBody>
      </p:sp>
    </p:spTree>
    <p:extLst>
      <p:ext uri="{BB962C8B-B14F-4D97-AF65-F5344CB8AC3E}">
        <p14:creationId xmlns:p14="http://schemas.microsoft.com/office/powerpoint/2010/main" val="18228395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DF21B-8F39-F3E9-C8D0-D54BCB444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10">
            <a:extLst>
              <a:ext uri="{FF2B5EF4-FFF2-40B4-BE49-F238E27FC236}">
                <a16:creationId xmlns:a16="http://schemas.microsoft.com/office/drawing/2014/main" id="{B98C29AF-C332-87E5-9AE5-D747962B8DC9}"/>
              </a:ext>
            </a:extLst>
          </p:cNvPr>
          <p:cNvSpPr txBox="1"/>
          <p:nvPr/>
        </p:nvSpPr>
        <p:spPr>
          <a:xfrm>
            <a:off x="10519432" y="3241730"/>
            <a:ext cx="6511420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s-ES"/>
            </a:defPPr>
            <a:lvl1pPr marL="0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16736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75104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633472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91840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0208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608576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266944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800" b="1" dirty="0">
                <a:latin typeface="Garamond" panose="02020404030301010803" pitchFamily="18" charset="0"/>
              </a:rPr>
              <a:t>Imagen 5  Vista al Activar botón Sustituir / Eliminar palabras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C71192F-35BA-C729-B252-C4A1C21A9B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8350" y="1265869"/>
            <a:ext cx="8152798" cy="170690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1C54F0DF-358E-A810-9CE1-DF60E414D8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7096" y="4090207"/>
            <a:ext cx="4966538" cy="170690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CuadroTexto 10">
            <a:extLst>
              <a:ext uri="{FF2B5EF4-FFF2-40B4-BE49-F238E27FC236}">
                <a16:creationId xmlns:a16="http://schemas.microsoft.com/office/drawing/2014/main" id="{3E331DB1-25B5-4A8C-19AE-ADE9ABAC3D63}"/>
              </a:ext>
            </a:extLst>
          </p:cNvPr>
          <p:cNvSpPr txBox="1"/>
          <p:nvPr/>
        </p:nvSpPr>
        <p:spPr>
          <a:xfrm>
            <a:off x="11945721" y="5858357"/>
            <a:ext cx="3449289" cy="40011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s-ES"/>
            </a:defPPr>
            <a:lvl1pPr marL="0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16736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75104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633472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91840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0208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608576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266944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2000" b="1" dirty="0">
                <a:latin typeface="Garamond" panose="02020404030301010803" pitchFamily="18" charset="0"/>
              </a:rPr>
              <a:t>Imagen 6 Reemplazar palabra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3ABF7F3E-5896-8C1A-F7E1-487C9A3A1C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8350" y="7050647"/>
            <a:ext cx="8233585" cy="62409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3" name="CuadroTexto 10">
            <a:extLst>
              <a:ext uri="{FF2B5EF4-FFF2-40B4-BE49-F238E27FC236}">
                <a16:creationId xmlns:a16="http://schemas.microsoft.com/office/drawing/2014/main" id="{B755150E-65FD-B50F-F568-0B2AD0A691C5}"/>
              </a:ext>
            </a:extLst>
          </p:cNvPr>
          <p:cNvSpPr txBox="1"/>
          <p:nvPr/>
        </p:nvSpPr>
        <p:spPr>
          <a:xfrm>
            <a:off x="10635668" y="7856892"/>
            <a:ext cx="6278948" cy="40011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s-ES"/>
            </a:defPPr>
            <a:lvl1pPr marL="0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16736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75104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633472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91840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0208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608576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266944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2000" b="1" dirty="0">
                <a:latin typeface="Garamond" panose="02020404030301010803" pitchFamily="18" charset="0"/>
              </a:rPr>
              <a:t>Imagen 7 Palabra reemplazada junto con su pictograma</a:t>
            </a:r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8BE61CC1-99E3-C37C-9B22-45DAF442CE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515" y="1065673"/>
            <a:ext cx="9110407" cy="77559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Qué hace</a:t>
            </a:r>
            <a:endParaRPr kumimoji="0" lang="es-MX" altLang="es-MX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eorgia" panose="02040502050405020303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Activa la edición palabra por palabra de la oración (Imagen 5), mostrando dos iconos en cada término: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Lápiz</a:t>
            </a: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: sustituir la palabra.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Papelera</a:t>
            </a: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: eliminar la palabra.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Sustituir una palabra </a:t>
            </a:r>
            <a:endParaRPr kumimoji="0" lang="es-MX" altLang="es-MX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eorgia" panose="02040502050405020303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Pulsa el </a:t>
            </a:r>
            <a:r>
              <a:rPr kumimoji="0" lang="es-MX" altLang="es-MX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icono de lápiz</a:t>
            </a: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de la palabra que quieras cambiar (ej.: </a:t>
            </a:r>
            <a:r>
              <a:rPr kumimoji="0" lang="es-MX" altLang="es-MX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“yo”</a:t>
            </a: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en “yo querer ir váter”).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En la ventana (Imagen 6), escribe la </a:t>
            </a:r>
            <a:r>
              <a:rPr kumimoji="0" lang="es-MX" altLang="es-MX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nueva palabra</a:t>
            </a: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(ej.: “ella”) y pulsa </a:t>
            </a:r>
            <a:r>
              <a:rPr kumimoji="0" lang="es-MX" altLang="es-MX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Aceptar</a:t>
            </a: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Espera a que se cargue la palabra y </a:t>
            </a:r>
            <a:r>
              <a:rPr kumimoji="0" lang="es-MX" altLang="es-MX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su candidato de pictograma</a:t>
            </a: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; la secuencia se actualizará (Imagen 7).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Eliminar una palabra </a:t>
            </a:r>
            <a:endParaRPr kumimoji="0" lang="es-MX" altLang="es-MX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eorgia" panose="02040502050405020303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Pulsa el </a:t>
            </a:r>
            <a:r>
              <a:rPr kumimoji="0" lang="es-MX" altLang="es-MX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icono de papelera</a:t>
            </a: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de la palabra que desees quitar. La secuencia se ajustará automáticamente.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Guardar cambios</a:t>
            </a:r>
            <a:endParaRPr kumimoji="0" lang="es-MX" altLang="es-MX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eorgia" panose="02040502050405020303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Cuando termines de sustituir o eliminar (puedes hacerlo en </a:t>
            </a:r>
            <a:r>
              <a:rPr kumimoji="0" lang="es-MX" altLang="es-MX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varias palabras</a:t>
            </a: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y en </a:t>
            </a:r>
            <a:r>
              <a:rPr kumimoji="0" lang="es-MX" altLang="es-MX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varias oraciones</a:t>
            </a: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), pulsa </a:t>
            </a:r>
            <a:r>
              <a:rPr kumimoji="0" lang="es-MX" altLang="es-MX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Guardar cambios</a:t>
            </a: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para aplicar y conservar las modificaciones.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Importante</a:t>
            </a:r>
            <a:endParaRPr kumimoji="0" lang="es-MX" altLang="es-MX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eorgia" panose="02040502050405020303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Si </a:t>
            </a:r>
            <a:r>
              <a:rPr kumimoji="0" lang="es-MX" altLang="es-MX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recargas</a:t>
            </a: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la página o </a:t>
            </a:r>
            <a:r>
              <a:rPr kumimoji="0" lang="es-MX" altLang="es-MX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sales</a:t>
            </a: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de la categoría, los cambios </a:t>
            </a:r>
            <a:r>
              <a:rPr kumimoji="0" lang="es-MX" altLang="es-MX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se perderán</a:t>
            </a: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y las oraciones volverán a su estado original.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Si no planeas modificar nada, simplemente </a:t>
            </a:r>
            <a:r>
              <a:rPr kumimoji="0" lang="es-MX" altLang="es-MX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no guardes</a:t>
            </a: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o cierra la edición.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Marcador de número de diapositiva 3">
            <a:extLst>
              <a:ext uri="{FF2B5EF4-FFF2-40B4-BE49-F238E27FC236}">
                <a16:creationId xmlns:a16="http://schemas.microsoft.com/office/drawing/2014/main" id="{52A1F932-DC81-22D6-B1C1-9DB01E96E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430750" y="8439149"/>
            <a:ext cx="569914" cy="560389"/>
          </a:xfrm>
        </p:spPr>
        <p:txBody>
          <a:bodyPr/>
          <a:lstStyle/>
          <a:p>
            <a:pPr algn="ctr"/>
            <a:fld id="{885179A7-F701-45CA-A3DD-F5E918BA0FF2}" type="slidenum">
              <a:rPr lang="es-MX" b="1" smtClean="0">
                <a:solidFill>
                  <a:schemeClr val="tx1"/>
                </a:solidFill>
                <a:latin typeface="Garamond" panose="02020404030301010803" pitchFamily="18" charset="0"/>
              </a:rPr>
              <a:pPr algn="ctr"/>
              <a:t>7</a:t>
            </a:fld>
            <a:endParaRPr lang="es-MX" b="1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A72BD166-91EA-2215-1253-61D450A171CF}"/>
              </a:ext>
            </a:extLst>
          </p:cNvPr>
          <p:cNvSpPr>
            <a:spLocks noGrp="1"/>
          </p:cNvSpPr>
          <p:nvPr/>
        </p:nvSpPr>
        <p:spPr>
          <a:xfrm>
            <a:off x="108728" y="0"/>
            <a:ext cx="6714236" cy="9661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defPPr>
              <a:defRPr lang="es-ES"/>
            </a:defPPr>
            <a:lvl1pPr marL="0" algn="l" defTabSz="131673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16736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75104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633472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91840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0208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608576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266944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just" defTabSz="914400" eaLnBrk="0" fontAlgn="base" hangingPunct="0">
              <a:lnSpc>
                <a:spcPct val="150000"/>
              </a:lnSpc>
              <a:spcAft>
                <a:spcPct val="0"/>
              </a:spcAft>
            </a:pPr>
            <a:r>
              <a:rPr lang="es-MX" altLang="es-MX" sz="4000" dirty="0">
                <a:latin typeface="Garamond" panose="02020404030301010803" pitchFamily="18" charset="0"/>
              </a:rPr>
              <a:t>Botón: Sustituir/ Eliminar palabras </a:t>
            </a:r>
          </a:p>
        </p:txBody>
      </p:sp>
    </p:spTree>
    <p:extLst>
      <p:ext uri="{BB962C8B-B14F-4D97-AF65-F5344CB8AC3E}">
        <p14:creationId xmlns:p14="http://schemas.microsoft.com/office/powerpoint/2010/main" val="19122461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DB8151-B28F-4ABC-282D-BBD6625D5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10">
            <a:extLst>
              <a:ext uri="{FF2B5EF4-FFF2-40B4-BE49-F238E27FC236}">
                <a16:creationId xmlns:a16="http://schemas.microsoft.com/office/drawing/2014/main" id="{89BDDA06-0E71-3FC4-D372-C06FC648ED11}"/>
              </a:ext>
            </a:extLst>
          </p:cNvPr>
          <p:cNvSpPr txBox="1"/>
          <p:nvPr/>
        </p:nvSpPr>
        <p:spPr>
          <a:xfrm>
            <a:off x="9718130" y="3566054"/>
            <a:ext cx="3428993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s-ES"/>
            </a:defPPr>
            <a:lvl1pPr marL="0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16736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75104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633472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91840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0208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608576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266944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800" b="1" dirty="0">
                <a:latin typeface="Garamond" panose="02020404030301010803" pitchFamily="18" charset="0"/>
              </a:rPr>
              <a:t>Imagen 8 Carpeta por oración 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EF0CCE08-CB48-CF10-74C2-E1C6187018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6058"/>
          <a:stretch>
            <a:fillRect/>
          </a:stretch>
        </p:blipFill>
        <p:spPr>
          <a:xfrm>
            <a:off x="8867202" y="935079"/>
            <a:ext cx="5130850" cy="24404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" name="Rectangle 1">
            <a:extLst>
              <a:ext uri="{FF2B5EF4-FFF2-40B4-BE49-F238E27FC236}">
                <a16:creationId xmlns:a16="http://schemas.microsoft.com/office/drawing/2014/main" id="{379FCEA2-EB3F-FBE0-2621-110A6C0ABD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515" y="788304"/>
            <a:ext cx="8458391" cy="74229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s-MX" altLang="es-MX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Selecciona las secuencias</a:t>
            </a:r>
            <a:endParaRPr kumimoji="0" lang="es-MX" altLang="es-MX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eorgia" panose="02040502050405020303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En la columna </a:t>
            </a:r>
            <a:r>
              <a:rPr kumimoji="0" lang="es-MX" altLang="es-MX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Oración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, a la izquierda verás un </a:t>
            </a:r>
            <a:r>
              <a:rPr kumimoji="0" lang="es-MX" altLang="es-MX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checkbox maestro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.</a:t>
            </a:r>
          </a:p>
          <a:p>
            <a:pPr marL="457200" marR="0" lvl="1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Haz clic para </a:t>
            </a:r>
            <a:r>
              <a:rPr kumimoji="0" lang="es-MX" altLang="es-MX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seleccionar/deseleccionar todas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las oraciones.</a:t>
            </a:r>
          </a:p>
          <a:p>
            <a:pPr marL="457200" marR="0" lvl="1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O marca solo los </a:t>
            </a:r>
            <a:r>
              <a:rPr kumimoji="0" lang="es-MX" altLang="es-MX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checkbox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de las secuencias que quieras descargar.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s-MX" altLang="es-MX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Descarga</a:t>
            </a:r>
            <a:endParaRPr kumimoji="0" lang="es-MX" altLang="es-MX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eorgia" panose="02040502050405020303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Con las secuencias ya seleccionadas, pulsa </a:t>
            </a:r>
            <a:r>
              <a:rPr kumimoji="0" lang="es-MX" altLang="es-MX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Descargar seleccionadas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Se descargará un </a:t>
            </a:r>
            <a:r>
              <a:rPr kumimoji="0" lang="es-MX" altLang="es-MX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archivo .zip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con todo lo elegido.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s-MX" altLang="es-MX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Qué viene dentro del .zip</a:t>
            </a:r>
            <a:endParaRPr kumimoji="0" lang="es-MX" altLang="es-MX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eorgia" panose="02040502050405020303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Una </a:t>
            </a:r>
            <a:r>
              <a:rPr kumimoji="0" lang="es-MX" altLang="es-MX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carpeta por oración </a:t>
            </a:r>
            <a:r>
              <a:rPr kumimoji="0" lang="es-MX" altLang="es-MX" sz="20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(imagen 8).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En cada carpeta encontrarás:</a:t>
            </a:r>
          </a:p>
          <a:p>
            <a:pPr marL="457200" marR="0" lvl="1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Los </a:t>
            </a:r>
            <a:r>
              <a:rPr kumimoji="0" lang="es-MX" altLang="es-MX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pictogramas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de la oración.</a:t>
            </a:r>
          </a:p>
          <a:p>
            <a:pPr marL="457200" marR="0" lvl="1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Un </a:t>
            </a:r>
            <a:r>
              <a:rPr kumimoji="0" lang="es-MX" altLang="es-MX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archivo JSON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con la información de la secuencia (</a:t>
            </a:r>
            <a:r>
              <a:rPr kumimoji="0" lang="es-MX" altLang="es-MX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Imágenes 9 y 10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).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Importante: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Si realizaste cambios (modificar, sustituir o eliminar pictogramas), </a:t>
            </a:r>
            <a:r>
              <a:rPr kumimoji="0" lang="es-MX" altLang="es-MX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pulsa antes “Guardar cambios”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. De lo contrario, la descarga no reflejará tus ediciones.</a:t>
            </a: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66FDDA80-E38D-6986-5A99-0CE310CFB7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7203" y="4719136"/>
            <a:ext cx="5130849" cy="271186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7" name="CuadroTexto 10">
            <a:extLst>
              <a:ext uri="{FF2B5EF4-FFF2-40B4-BE49-F238E27FC236}">
                <a16:creationId xmlns:a16="http://schemas.microsoft.com/office/drawing/2014/main" id="{3E3BC2D0-F732-2261-A485-7276FC815AD6}"/>
              </a:ext>
            </a:extLst>
          </p:cNvPr>
          <p:cNvSpPr txBox="1"/>
          <p:nvPr/>
        </p:nvSpPr>
        <p:spPr>
          <a:xfrm>
            <a:off x="9000331" y="7541724"/>
            <a:ext cx="5130848" cy="40011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s-ES"/>
            </a:defPPr>
            <a:lvl1pPr marL="0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16736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75104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633472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91840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0208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608576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266944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2000" b="1" dirty="0">
                <a:latin typeface="Garamond" panose="02020404030301010803" pitchFamily="18" charset="0"/>
              </a:rPr>
              <a:t>Imagen 9 Pictogramas de la oración </a:t>
            </a: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3031AF56-AF1A-137C-F931-1308DBD4A3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17348" y="2415997"/>
            <a:ext cx="3428993" cy="378214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0" name="CuadroTexto 10">
            <a:extLst>
              <a:ext uri="{FF2B5EF4-FFF2-40B4-BE49-F238E27FC236}">
                <a16:creationId xmlns:a16="http://schemas.microsoft.com/office/drawing/2014/main" id="{529461C7-A095-AFCF-6969-5224D3522A7F}"/>
              </a:ext>
            </a:extLst>
          </p:cNvPr>
          <p:cNvSpPr txBox="1"/>
          <p:nvPr/>
        </p:nvSpPr>
        <p:spPr>
          <a:xfrm>
            <a:off x="14699381" y="6263708"/>
            <a:ext cx="2464926" cy="70788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s-ES"/>
            </a:defPPr>
            <a:lvl1pPr marL="0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16736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75104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633472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91840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0208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608576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266944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2000" b="1" dirty="0">
                <a:latin typeface="Garamond" panose="02020404030301010803" pitchFamily="18" charset="0"/>
              </a:rPr>
              <a:t>Imagen 10 archivo .json de la oración </a:t>
            </a:r>
          </a:p>
        </p:txBody>
      </p:sp>
      <p:sp>
        <p:nvSpPr>
          <p:cNvPr id="2" name="Marcador de número de diapositiva 3">
            <a:extLst>
              <a:ext uri="{FF2B5EF4-FFF2-40B4-BE49-F238E27FC236}">
                <a16:creationId xmlns:a16="http://schemas.microsoft.com/office/drawing/2014/main" id="{BA1AC59A-3287-AED2-098F-03241BD8E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430750" y="8439149"/>
            <a:ext cx="569914" cy="560389"/>
          </a:xfrm>
        </p:spPr>
        <p:txBody>
          <a:bodyPr/>
          <a:lstStyle/>
          <a:p>
            <a:pPr algn="ctr"/>
            <a:fld id="{885179A7-F701-45CA-A3DD-F5E918BA0FF2}" type="slidenum">
              <a:rPr lang="es-MX" b="1" smtClean="0">
                <a:solidFill>
                  <a:schemeClr val="tx1"/>
                </a:solidFill>
                <a:latin typeface="Garamond" panose="02020404030301010803" pitchFamily="18" charset="0"/>
              </a:rPr>
              <a:pPr algn="ctr"/>
              <a:t>8</a:t>
            </a:fld>
            <a:endParaRPr lang="es-MX" b="1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854F2CBC-4743-0D05-9645-AD727E4FC7AA}"/>
              </a:ext>
            </a:extLst>
          </p:cNvPr>
          <p:cNvSpPr>
            <a:spLocks noGrp="1"/>
          </p:cNvSpPr>
          <p:nvPr/>
        </p:nvSpPr>
        <p:spPr>
          <a:xfrm>
            <a:off x="189515" y="-133965"/>
            <a:ext cx="6714236" cy="9222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s-ES"/>
            </a:defPPr>
            <a:lvl1pPr marL="0" algn="l" defTabSz="131673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16736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75104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633472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91840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0208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608576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266944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just" defTabSz="914400" eaLnBrk="0" fontAlgn="base" hangingPunct="0">
              <a:lnSpc>
                <a:spcPct val="150000"/>
              </a:lnSpc>
              <a:spcAft>
                <a:spcPct val="0"/>
              </a:spcAft>
            </a:pPr>
            <a:r>
              <a:rPr lang="es-MX" altLang="es-MX" sz="4000" dirty="0">
                <a:latin typeface="Garamond" panose="02020404030301010803" pitchFamily="18" charset="0"/>
              </a:rPr>
              <a:t>Descargar secuencias</a:t>
            </a:r>
          </a:p>
        </p:txBody>
      </p:sp>
    </p:spTree>
    <p:extLst>
      <p:ext uri="{BB962C8B-B14F-4D97-AF65-F5344CB8AC3E}">
        <p14:creationId xmlns:p14="http://schemas.microsoft.com/office/powerpoint/2010/main" val="42657797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10">
            <a:extLst>
              <a:ext uri="{FF2B5EF4-FFF2-40B4-BE49-F238E27FC236}">
                <a16:creationId xmlns:a16="http://schemas.microsoft.com/office/drawing/2014/main" id="{0474E2BE-F54F-0AEA-06DA-5D9DFC21032B}"/>
              </a:ext>
            </a:extLst>
          </p:cNvPr>
          <p:cNvSpPr txBox="1"/>
          <p:nvPr/>
        </p:nvSpPr>
        <p:spPr>
          <a:xfrm>
            <a:off x="10485355" y="4294052"/>
            <a:ext cx="6201376" cy="46166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s-ES"/>
            </a:defPPr>
            <a:lvl1pPr marL="0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16736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75104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633472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91840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0208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608576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266944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2400" b="1" dirty="0">
                <a:latin typeface="Garamond" panose="02020404030301010803" pitchFamily="18" charset="0"/>
              </a:rPr>
              <a:t>Imagen 11 Sección Crear Picto Secuencia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52A888AD-C367-F22A-0292-9FE2B67A53FE}"/>
              </a:ext>
            </a:extLst>
          </p:cNvPr>
          <p:cNvSpPr txBox="1"/>
          <p:nvPr/>
        </p:nvSpPr>
        <p:spPr>
          <a:xfrm>
            <a:off x="10576799" y="7415837"/>
            <a:ext cx="6018487" cy="830997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s-ES"/>
            </a:defPPr>
            <a:lvl1pPr marL="0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16736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75104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633472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91840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0208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608576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266944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2400" b="1" dirty="0">
                <a:latin typeface="Garamond" panose="02020404030301010803" pitchFamily="18" charset="0"/>
              </a:rPr>
              <a:t>Sección Imagen 1 Botón Crear Picto Secuencia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E33D1B6-44FD-C241-A948-187B2C41BBD3}"/>
              </a:ext>
            </a:extLst>
          </p:cNvPr>
          <p:cNvSpPr>
            <a:spLocks noGrp="1"/>
          </p:cNvSpPr>
          <p:nvPr/>
        </p:nvSpPr>
        <p:spPr>
          <a:xfrm>
            <a:off x="414808" y="290569"/>
            <a:ext cx="6191598" cy="9661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defPPr>
              <a:defRPr lang="es-ES"/>
            </a:defPPr>
            <a:lvl1pPr marL="0" algn="l" defTabSz="131673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16736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75104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633472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91840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0208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608576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266944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4000" dirty="0">
                <a:latin typeface="Garamond"/>
              </a:rPr>
              <a:t>5. Sección Crear Picto Secuencia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C2479BA-25F3-783F-6051-A9415EBF86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1867" y="290569"/>
            <a:ext cx="8083988" cy="384201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69E7BC1D-14B1-79A5-A524-C8A0B62C4B3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8466"/>
          <a:stretch>
            <a:fillRect/>
          </a:stretch>
        </p:blipFill>
        <p:spPr>
          <a:xfrm>
            <a:off x="11018697" y="5371042"/>
            <a:ext cx="5134692" cy="179634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4" name="Rectangle 1">
            <a:extLst>
              <a:ext uri="{FF2B5EF4-FFF2-40B4-BE49-F238E27FC236}">
                <a16:creationId xmlns:a16="http://schemas.microsoft.com/office/drawing/2014/main" id="{CEF37E49-749B-2B7D-5CDD-070B3BE6E6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808" y="1141491"/>
            <a:ext cx="8877648" cy="71053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Crear Picto Secuencia (sección clave)</a:t>
            </a: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eorgia" panose="02040502050405020303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Esta sección te permite </a:t>
            </a: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crear tus propias secuencias de pictogramas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Antes de empezar</a:t>
            </a: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eorgia" panose="02040502050405020303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La base de datos usada en el proyecto </a:t>
            </a: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aún no es completa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.</a:t>
            </a:r>
            <a:b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</a:b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Esto significa que, si escribes una frase libre, </a:t>
            </a: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algunas palabras podrían no tener candidatos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de pictograma.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Sugerencias si falta algún pictograma:</a:t>
            </a:r>
          </a:p>
          <a:p>
            <a:pPr marL="457200" marR="0" lvl="1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Prueba </a:t>
            </a: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sinónimos sencillos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(ej.: “baño” en lugar de “váter”).</a:t>
            </a:r>
          </a:p>
          <a:p>
            <a:pPr marL="457200" marR="0" lvl="1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Usa </a:t>
            </a: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formas básicas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de las palabras (singular, verbo simple).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Cómo acceder</a:t>
            </a: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eorgia" panose="02040502050405020303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Desde la </a:t>
            </a: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pantalla de inicio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(Imagen 1), pulsa </a:t>
            </a: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Crear Picto Secuencia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O desde el </a:t>
            </a: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menú superior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. En ambos casos llegarás a la </a:t>
            </a: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vista de la Imagen 11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Qué verás en la Imagen 11</a:t>
            </a: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eorgia" panose="02040502050405020303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Un </a:t>
            </a: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campo de texto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con el encabezado </a:t>
            </a: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“Frase”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para escribir tu oración.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Debajo, un </a:t>
            </a: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carrito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(lista) para </a:t>
            </a: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agregar y organizar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tus Picto Secuencias.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El uso del carrito se detalla en la siguiente sección/diapositiva.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Con eso, puedes empezar a escribir tu frase y construir tu secuencia paso a paso.</a:t>
            </a:r>
          </a:p>
        </p:txBody>
      </p:sp>
      <p:sp>
        <p:nvSpPr>
          <p:cNvPr id="15" name="Marcador de número de diapositiva 3">
            <a:extLst>
              <a:ext uri="{FF2B5EF4-FFF2-40B4-BE49-F238E27FC236}">
                <a16:creationId xmlns:a16="http://schemas.microsoft.com/office/drawing/2014/main" id="{71FF86B5-61D9-AAF9-A471-11A1B1C4E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430750" y="8439149"/>
            <a:ext cx="569914" cy="560389"/>
          </a:xfrm>
        </p:spPr>
        <p:txBody>
          <a:bodyPr/>
          <a:lstStyle/>
          <a:p>
            <a:pPr algn="ctr"/>
            <a:fld id="{885179A7-F701-45CA-A3DD-F5E918BA0FF2}" type="slidenum">
              <a:rPr lang="es-MX" b="1" smtClean="0">
                <a:solidFill>
                  <a:schemeClr val="tx1"/>
                </a:solidFill>
                <a:latin typeface="Garamond" panose="02020404030301010803" pitchFamily="18" charset="0"/>
              </a:rPr>
              <a:pPr algn="ctr"/>
              <a:t>9</a:t>
            </a:fld>
            <a:endParaRPr lang="es-MX" b="1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66042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6BE59A-FB5D-024F-C265-2FF8FFA18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10">
            <a:extLst>
              <a:ext uri="{FF2B5EF4-FFF2-40B4-BE49-F238E27FC236}">
                <a16:creationId xmlns:a16="http://schemas.microsoft.com/office/drawing/2014/main" id="{DFCB72EB-835F-BA5C-6536-06FFBD44F5BD}"/>
              </a:ext>
            </a:extLst>
          </p:cNvPr>
          <p:cNvSpPr txBox="1"/>
          <p:nvPr/>
        </p:nvSpPr>
        <p:spPr>
          <a:xfrm>
            <a:off x="11012259" y="1669721"/>
            <a:ext cx="4274675" cy="46166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s-ES"/>
            </a:defPPr>
            <a:lvl1pPr marL="0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16736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75104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633472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91840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0208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608576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266944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2400" b="1" dirty="0">
                <a:latin typeface="Garamond" panose="02020404030301010803" pitchFamily="18" charset="0"/>
              </a:rPr>
              <a:t>Imagen 12 Oración de ejemplo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E31C753-EED1-536A-CBDA-EC69A5A7353B}"/>
              </a:ext>
            </a:extLst>
          </p:cNvPr>
          <p:cNvSpPr>
            <a:spLocks noGrp="1"/>
          </p:cNvSpPr>
          <p:nvPr/>
        </p:nvSpPr>
        <p:spPr>
          <a:xfrm>
            <a:off x="361950" y="222765"/>
            <a:ext cx="6191598" cy="9661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defPPr>
              <a:defRPr lang="es-ES"/>
            </a:defPPr>
            <a:lvl1pPr marL="0" algn="l" defTabSz="131673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16736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75104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633472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91840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0208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608576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266944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4000" dirty="0">
                <a:latin typeface="Garamond"/>
              </a:rPr>
              <a:t>Ejemplo Crear Picto Secuencia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F70FF91-E241-602C-5A5F-9AB35D4EF7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1612" y="171375"/>
            <a:ext cx="8080332" cy="141922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A18DD51F-7CEE-3FDE-9E18-149FDE1223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3122" y="2228065"/>
            <a:ext cx="6617312" cy="227170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CuadroTexto 10">
            <a:extLst>
              <a:ext uri="{FF2B5EF4-FFF2-40B4-BE49-F238E27FC236}">
                <a16:creationId xmlns:a16="http://schemas.microsoft.com/office/drawing/2014/main" id="{B97CF69E-0C0F-F54E-222D-FD853A498AA3}"/>
              </a:ext>
            </a:extLst>
          </p:cNvPr>
          <p:cNvSpPr txBox="1"/>
          <p:nvPr/>
        </p:nvSpPr>
        <p:spPr>
          <a:xfrm>
            <a:off x="11163301" y="4423133"/>
            <a:ext cx="4762500" cy="46166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s-ES"/>
            </a:defPPr>
            <a:lvl1pPr marL="0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16736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75104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633472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91840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0208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608576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266944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2400" b="1" dirty="0">
                <a:latin typeface="Garamond" panose="02020404030301010803" pitchFamily="18" charset="0"/>
              </a:rPr>
              <a:t>Imagen 13 Carga del modelo IA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28A61175-3DA1-C631-3A0F-1724B41EFC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3122" y="4991868"/>
            <a:ext cx="6617312" cy="343829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6" name="CuadroTexto 10">
            <a:extLst>
              <a:ext uri="{FF2B5EF4-FFF2-40B4-BE49-F238E27FC236}">
                <a16:creationId xmlns:a16="http://schemas.microsoft.com/office/drawing/2014/main" id="{5F7CA94C-DEB9-577E-020D-F9EA39CED386}"/>
              </a:ext>
            </a:extLst>
          </p:cNvPr>
          <p:cNvSpPr txBox="1"/>
          <p:nvPr/>
        </p:nvSpPr>
        <p:spPr>
          <a:xfrm>
            <a:off x="9569389" y="8380030"/>
            <a:ext cx="7484778" cy="46166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s-ES"/>
            </a:defPPr>
            <a:lvl1pPr marL="0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16736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75104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633472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91840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0208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608576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266944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2400" b="1" dirty="0">
                <a:latin typeface="Garamond" panose="02020404030301010803" pitchFamily="18" charset="0"/>
              </a:rPr>
              <a:t>Imagen 14 Resultados de la oración ingresada</a:t>
            </a:r>
          </a:p>
        </p:txBody>
      </p:sp>
      <p:sp>
        <p:nvSpPr>
          <p:cNvPr id="17" name="Rectangle 1">
            <a:extLst>
              <a:ext uri="{FF2B5EF4-FFF2-40B4-BE49-F238E27FC236}">
                <a16:creationId xmlns:a16="http://schemas.microsoft.com/office/drawing/2014/main" id="{B194B58C-B066-3CE8-6E0E-E487FC458E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0" y="1419246"/>
            <a:ext cx="8638381" cy="69612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Crear una picto-secuencia (ejemplo)</a:t>
            </a:r>
            <a:endParaRPr lang="es-MX" altLang="es-MX" sz="2000" dirty="0">
              <a:latin typeface="Georgia" panose="02040502050405020303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1. Escribe la frase</a:t>
            </a:r>
            <a:endParaRPr kumimoji="0" lang="es-MX" altLang="es-MX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eorgia" panose="02040502050405020303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En el campo </a:t>
            </a:r>
            <a:r>
              <a:rPr kumimoji="0" lang="es-MX" altLang="es-MX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“Frase”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ingresa: </a:t>
            </a:r>
            <a:r>
              <a:rPr kumimoji="0" lang="es-MX" altLang="es-MX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“Necesito ayuda nacimiento de mi bebé”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(</a:t>
            </a:r>
            <a:r>
              <a:rPr kumimoji="0" lang="es-MX" altLang="es-MX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Imagen 12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).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s-MX" altLang="es-MX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Genera </a:t>
            </a:r>
            <a:r>
              <a:rPr lang="es-MX" altLang="es-MX" sz="2000" b="1" dirty="0">
                <a:latin typeface="Georgia" panose="02040502050405020303" pitchFamily="18" charset="0"/>
              </a:rPr>
              <a:t>l</a:t>
            </a:r>
            <a:r>
              <a:rPr kumimoji="0" lang="es-MX" altLang="es-MX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os candidatos</a:t>
            </a:r>
            <a:endParaRPr kumimoji="0" lang="es-MX" altLang="es-MX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eorgia" panose="02040502050405020303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Pulsa </a:t>
            </a:r>
            <a:r>
              <a:rPr kumimoji="0" lang="es-MX" altLang="es-MX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Generar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. Puede tardar un momento mientras se carga el modelo de IA; verás una vista similar a la </a:t>
            </a:r>
            <a:r>
              <a:rPr kumimoji="0" lang="es-MX" altLang="es-MX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Imagen 13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.</a:t>
            </a:r>
            <a:endParaRPr lang="es-MX" altLang="es-MX" sz="2000" dirty="0">
              <a:latin typeface="Georgia" panose="02040502050405020303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MX" altLang="es-MX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3. Revisa el resultado 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(</a:t>
            </a:r>
            <a:r>
              <a:rPr kumimoji="0" lang="es-MX" altLang="es-MX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Imagen 14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)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Debajo aparecerá la sección </a:t>
            </a:r>
            <a:r>
              <a:rPr kumimoji="0" lang="es-MX" altLang="es-MX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Resultado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con tres columnas: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Oración: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muestra el texto ingresado (</a:t>
            </a:r>
            <a:r>
              <a:rPr kumimoji="0" lang="es-MX" altLang="es-MX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“Necesito ayuda nacimiento de mi bebé”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).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Secuencia: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los pictogramas asignados a cada palabra.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Candidatos: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las opciones de pictograma disponibles por palabra.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Consejo: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si alguna palabra no presenta candidatos, intenta un sinónimo sencillo o una forma base (singular, verbo simple). </a:t>
            </a:r>
          </a:p>
        </p:txBody>
      </p:sp>
      <p:sp>
        <p:nvSpPr>
          <p:cNvPr id="18" name="Marcador de número de diapositiva 3">
            <a:extLst>
              <a:ext uri="{FF2B5EF4-FFF2-40B4-BE49-F238E27FC236}">
                <a16:creationId xmlns:a16="http://schemas.microsoft.com/office/drawing/2014/main" id="{B13BDB67-321B-605F-D2D4-86234A73D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430750" y="8439149"/>
            <a:ext cx="569914" cy="560389"/>
          </a:xfrm>
        </p:spPr>
        <p:txBody>
          <a:bodyPr/>
          <a:lstStyle/>
          <a:p>
            <a:pPr algn="ctr"/>
            <a:fld id="{885179A7-F701-45CA-A3DD-F5E918BA0FF2}" type="slidenum">
              <a:rPr lang="es-MX" b="1" smtClean="0">
                <a:solidFill>
                  <a:schemeClr val="tx1"/>
                </a:solidFill>
                <a:latin typeface="Garamond" panose="02020404030301010803" pitchFamily="18" charset="0"/>
              </a:rPr>
              <a:pPr algn="ctr"/>
              <a:t>10</a:t>
            </a:fld>
            <a:endParaRPr lang="es-MX" b="1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92963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8F9607-FFE6-2696-4D68-7B4994D16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>
            <a:extLst>
              <a:ext uri="{FF2B5EF4-FFF2-40B4-BE49-F238E27FC236}">
                <a16:creationId xmlns:a16="http://schemas.microsoft.com/office/drawing/2014/main" id="{4795CE36-9C70-5722-5E8A-1F84883F43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0268" y="262125"/>
            <a:ext cx="8256671" cy="429008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6" name="CuadroTexto 10">
            <a:extLst>
              <a:ext uri="{FF2B5EF4-FFF2-40B4-BE49-F238E27FC236}">
                <a16:creationId xmlns:a16="http://schemas.microsoft.com/office/drawing/2014/main" id="{9F99F2CA-DD76-ECD0-A035-8F6809EA38D3}"/>
              </a:ext>
            </a:extLst>
          </p:cNvPr>
          <p:cNvSpPr txBox="1"/>
          <p:nvPr/>
        </p:nvSpPr>
        <p:spPr>
          <a:xfrm>
            <a:off x="9802161" y="4699781"/>
            <a:ext cx="7484778" cy="46166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s-ES"/>
            </a:defPPr>
            <a:lvl1pPr marL="0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16736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75104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633472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91840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0208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608576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266944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2400" b="1" dirty="0">
                <a:latin typeface="Garamond" panose="02020404030301010803" pitchFamily="18" charset="0"/>
              </a:rPr>
              <a:t>Imagen 14 Resultados de la oración ingresada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1084939-77D9-D13B-4717-85772C80FF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724" y="1717244"/>
            <a:ext cx="7550924" cy="5565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s-MX" altLang="es-MX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Selección manual</a:t>
            </a:r>
            <a:r>
              <a:rPr kumimoji="0" lang="es-MX" altLang="es-MX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(</a:t>
            </a:r>
            <a:r>
              <a:rPr kumimoji="0" lang="es-MX" altLang="es-MX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Imagen 14</a:t>
            </a:r>
            <a:r>
              <a:rPr kumimoji="0" lang="es-MX" altLang="es-MX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)</a:t>
            </a:r>
          </a:p>
          <a:p>
            <a:pPr marL="457200" marR="0" lvl="1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Haz clic en los </a:t>
            </a:r>
            <a:r>
              <a:rPr kumimoji="0" lang="es-MX" altLang="es-MX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candidatos</a:t>
            </a:r>
            <a:r>
              <a:rPr kumimoji="0" lang="es-MX" altLang="es-MX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de cada palabra y elige los pictogramas que mejor representen tu oración.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s-MX" altLang="es-MX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Armar con IA</a:t>
            </a:r>
            <a:r>
              <a:rPr kumimoji="0" lang="es-MX" altLang="es-MX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(</a:t>
            </a:r>
            <a:r>
              <a:rPr kumimoji="0" lang="es-MX" altLang="es-MX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Imagen 15</a:t>
            </a:r>
            <a:r>
              <a:rPr kumimoji="0" lang="es-MX" altLang="es-MX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)</a:t>
            </a:r>
          </a:p>
          <a:p>
            <a:pPr marL="457200" marR="0" lvl="1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Pulsa </a:t>
            </a:r>
            <a:r>
              <a:rPr kumimoji="0" lang="es-MX" altLang="es-MX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Armar con IA</a:t>
            </a:r>
            <a:r>
              <a:rPr kumimoji="0" lang="es-MX" altLang="es-MX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para que el sistema construya la secuencia </a:t>
            </a:r>
            <a:r>
              <a:rPr kumimoji="0" lang="es-MX" altLang="es-MX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automáticamente</a:t>
            </a:r>
            <a:r>
              <a:rPr kumimoji="0" lang="es-MX" altLang="es-MX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.</a:t>
            </a:r>
          </a:p>
          <a:p>
            <a:pPr marL="457200" marR="0" lvl="1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Puede tardar un momento.</a:t>
            </a:r>
          </a:p>
          <a:p>
            <a:pPr marL="457200" marR="0" lvl="1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¿No te convence el resultado? </a:t>
            </a:r>
            <a:r>
              <a:rPr kumimoji="0" lang="es-MX" altLang="es-MX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Sigue cambiando</a:t>
            </a:r>
            <a:r>
              <a:rPr kumimoji="0" lang="es-MX" altLang="es-MX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cualquier pictograma manualmente.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23FB657E-16E2-7D8B-03EA-174D631408F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0947" r="46212" b="46483"/>
          <a:stretch>
            <a:fillRect/>
          </a:stretch>
        </p:blipFill>
        <p:spPr>
          <a:xfrm>
            <a:off x="9096415" y="6103939"/>
            <a:ext cx="8256671" cy="152852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4" name="CuadroTexto 10">
            <a:extLst>
              <a:ext uri="{FF2B5EF4-FFF2-40B4-BE49-F238E27FC236}">
                <a16:creationId xmlns:a16="http://schemas.microsoft.com/office/drawing/2014/main" id="{3AD0510A-16D8-37DD-ED9C-4D37600C8839}"/>
              </a:ext>
            </a:extLst>
          </p:cNvPr>
          <p:cNvSpPr txBox="1"/>
          <p:nvPr/>
        </p:nvSpPr>
        <p:spPr>
          <a:xfrm>
            <a:off x="9416213" y="8088837"/>
            <a:ext cx="7484778" cy="46166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s-ES"/>
            </a:defPPr>
            <a:lvl1pPr marL="0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16736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75104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633472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91840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0208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608576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266944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2400" b="1" dirty="0">
                <a:latin typeface="Garamond" panose="02020404030301010803" pitchFamily="18" charset="0"/>
              </a:rPr>
              <a:t>Imagen 15 Secuencia generada con IA</a:t>
            </a:r>
          </a:p>
        </p:txBody>
      </p:sp>
      <p:sp>
        <p:nvSpPr>
          <p:cNvPr id="18" name="Marcador de número de diapositiva 3">
            <a:extLst>
              <a:ext uri="{FF2B5EF4-FFF2-40B4-BE49-F238E27FC236}">
                <a16:creationId xmlns:a16="http://schemas.microsoft.com/office/drawing/2014/main" id="{2933A012-4EEE-21DC-B88F-D62AF4204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430750" y="8439149"/>
            <a:ext cx="569914" cy="560389"/>
          </a:xfrm>
        </p:spPr>
        <p:txBody>
          <a:bodyPr/>
          <a:lstStyle/>
          <a:p>
            <a:pPr algn="ctr"/>
            <a:fld id="{885179A7-F701-45CA-A3DD-F5E918BA0FF2}" type="slidenum">
              <a:rPr lang="es-MX" b="1" smtClean="0">
                <a:solidFill>
                  <a:schemeClr val="tx1"/>
                </a:solidFill>
                <a:latin typeface="Garamond" panose="02020404030301010803" pitchFamily="18" charset="0"/>
              </a:rPr>
              <a:pPr algn="ctr"/>
              <a:t>11</a:t>
            </a:fld>
            <a:endParaRPr lang="es-MX" b="1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sp>
        <p:nvSpPr>
          <p:cNvPr id="19" name="Título 1">
            <a:extLst>
              <a:ext uri="{FF2B5EF4-FFF2-40B4-BE49-F238E27FC236}">
                <a16:creationId xmlns:a16="http://schemas.microsoft.com/office/drawing/2014/main" id="{32C6463D-A3D6-668F-9327-3888222D5A7D}"/>
              </a:ext>
            </a:extLst>
          </p:cNvPr>
          <p:cNvSpPr>
            <a:spLocks noGrp="1"/>
          </p:cNvSpPr>
          <p:nvPr/>
        </p:nvSpPr>
        <p:spPr>
          <a:xfrm>
            <a:off x="419100" y="365407"/>
            <a:ext cx="6591300" cy="9661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defPPr>
              <a:defRPr lang="es-ES"/>
            </a:defPPr>
            <a:lvl1pPr marL="0" algn="l" defTabSz="131673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16736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75104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633472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91840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0208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608576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266944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4000" noProof="0" dirty="0">
                <a:latin typeface="Garamond"/>
              </a:rPr>
              <a:t>Elegir</a:t>
            </a:r>
            <a:r>
              <a:rPr lang="pt-BR" sz="4000" dirty="0">
                <a:latin typeface="Garamond"/>
              </a:rPr>
              <a:t> pictogramas o armar </a:t>
            </a:r>
            <a:r>
              <a:rPr lang="es-MX" sz="4000" noProof="0" dirty="0">
                <a:latin typeface="Garamond"/>
              </a:rPr>
              <a:t>con</a:t>
            </a:r>
            <a:r>
              <a:rPr lang="pt-BR" sz="4000" dirty="0">
                <a:latin typeface="Garamond"/>
              </a:rPr>
              <a:t> IA</a:t>
            </a:r>
          </a:p>
        </p:txBody>
      </p:sp>
    </p:spTree>
    <p:extLst>
      <p:ext uri="{BB962C8B-B14F-4D97-AF65-F5344CB8AC3E}">
        <p14:creationId xmlns:p14="http://schemas.microsoft.com/office/powerpoint/2010/main" val="30110719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888A2-5CDA-0743-C185-A263DFE48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uadroTexto 10">
            <a:extLst>
              <a:ext uri="{FF2B5EF4-FFF2-40B4-BE49-F238E27FC236}">
                <a16:creationId xmlns:a16="http://schemas.microsoft.com/office/drawing/2014/main" id="{4B76A38C-5DF9-3510-07B4-31BB8FA5026F}"/>
              </a:ext>
            </a:extLst>
          </p:cNvPr>
          <p:cNvSpPr txBox="1"/>
          <p:nvPr/>
        </p:nvSpPr>
        <p:spPr>
          <a:xfrm>
            <a:off x="8012277" y="1768403"/>
            <a:ext cx="8545307" cy="46166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s-ES"/>
            </a:defPPr>
            <a:lvl1pPr marL="0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16736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75104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633472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91840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0208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608576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266944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2400" b="1" dirty="0">
                <a:latin typeface="Garamond" panose="02020404030301010803" pitchFamily="18" charset="0"/>
              </a:rPr>
              <a:t>Imagen 16 Lista de Picto Secuencias Agregadas para descargar</a:t>
            </a:r>
          </a:p>
        </p:txBody>
      </p:sp>
      <p:sp>
        <p:nvSpPr>
          <p:cNvPr id="14" name="CuadroTexto 10">
            <a:extLst>
              <a:ext uri="{FF2B5EF4-FFF2-40B4-BE49-F238E27FC236}">
                <a16:creationId xmlns:a16="http://schemas.microsoft.com/office/drawing/2014/main" id="{4C39CB1C-219E-8887-B960-EAFF192E7C89}"/>
              </a:ext>
            </a:extLst>
          </p:cNvPr>
          <p:cNvSpPr txBox="1"/>
          <p:nvPr/>
        </p:nvSpPr>
        <p:spPr>
          <a:xfrm>
            <a:off x="8542542" y="6218631"/>
            <a:ext cx="7484778" cy="46166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s-ES"/>
            </a:defPPr>
            <a:lvl1pPr marL="0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16736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75104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633472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91840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0208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608576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266944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2400" b="1" dirty="0">
                <a:latin typeface="Garamond" panose="02020404030301010803" pitchFamily="18" charset="0"/>
              </a:rPr>
              <a:t>Imagen 17 Crear más </a:t>
            </a:r>
            <a:r>
              <a:rPr lang="es-MX" sz="2400" b="1" noProof="0" dirty="0">
                <a:latin typeface="Garamond" panose="02020404030301010803" pitchFamily="18" charset="0"/>
              </a:rPr>
              <a:t>picto</a:t>
            </a:r>
            <a:r>
              <a:rPr lang="es-ES" sz="2400" b="1" dirty="0">
                <a:latin typeface="Garamond" panose="02020404030301010803" pitchFamily="18" charset="0"/>
              </a:rPr>
              <a:t> secuencias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EA36177-83EF-7FEC-B6EB-A9C04D48A3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1488" y="177981"/>
            <a:ext cx="8266886" cy="159042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E463B90B-840C-4A89-235C-2BF7181EED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3958" y="2537369"/>
            <a:ext cx="6821947" cy="359358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3E510812-B524-8165-87C8-332E71168C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62416" y="6904251"/>
            <a:ext cx="2181529" cy="128605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8" name="CuadroTexto 10">
            <a:extLst>
              <a:ext uri="{FF2B5EF4-FFF2-40B4-BE49-F238E27FC236}">
                <a16:creationId xmlns:a16="http://schemas.microsoft.com/office/drawing/2014/main" id="{8563334A-7E5C-829C-6EC7-E66517946496}"/>
              </a:ext>
            </a:extLst>
          </p:cNvPr>
          <p:cNvSpPr txBox="1"/>
          <p:nvPr/>
        </p:nvSpPr>
        <p:spPr>
          <a:xfrm>
            <a:off x="9010792" y="8277979"/>
            <a:ext cx="7484778" cy="46166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s-ES"/>
            </a:defPPr>
            <a:lvl1pPr marL="0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16736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75104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633472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91840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0208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608576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266944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2400" b="1" dirty="0">
                <a:latin typeface="Garamond" panose="02020404030301010803" pitchFamily="18" charset="0"/>
              </a:rPr>
              <a:t>Imagen 18 ej. Descarga de picto secuencia creada</a:t>
            </a:r>
          </a:p>
        </p:txBody>
      </p:sp>
      <p:sp>
        <p:nvSpPr>
          <p:cNvPr id="19" name="Rectangle 1">
            <a:extLst>
              <a:ext uri="{FF2B5EF4-FFF2-40B4-BE49-F238E27FC236}">
                <a16:creationId xmlns:a16="http://schemas.microsoft.com/office/drawing/2014/main" id="{7756E931-C590-434B-2766-A350425664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778" y="1016220"/>
            <a:ext cx="7663879" cy="74229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s-MX" altLang="es-MX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Agregar al carrito</a:t>
            </a:r>
            <a:endParaRPr kumimoji="0" lang="es-MX" altLang="es-MX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eorgia" panose="02040502050405020303" pitchFamily="18" charset="0"/>
            </a:endParaRPr>
          </a:p>
          <a:p>
            <a:pPr marL="457200" marR="0" lvl="1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Cuando termines, pulsa </a:t>
            </a:r>
            <a:r>
              <a:rPr kumimoji="0" lang="es-MX" altLang="es-MX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Agregar esta secuencia a mi lista (imagen 14)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.</a:t>
            </a:r>
          </a:p>
          <a:p>
            <a:pPr lvl="1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La secuencia se guarda en el </a:t>
            </a:r>
            <a:r>
              <a:rPr kumimoji="0" lang="es-MX" altLang="es-MX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carrito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</a:t>
            </a:r>
            <a:r>
              <a:rPr lang="es-MX" altLang="es-MX" sz="2000" dirty="0">
                <a:latin typeface="Georgia" panose="02040502050405020303" pitchFamily="18" charset="0"/>
              </a:rPr>
              <a:t>(Imagen 16).</a:t>
            </a:r>
            <a:endParaRPr kumimoji="0" lang="es-MX" altLang="es-MX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eorgia" panose="02040502050405020303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s-MX" altLang="es-MX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Listo para crear otra</a:t>
            </a:r>
            <a:endParaRPr kumimoji="0" lang="es-MX" altLang="es-MX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eorgia" panose="02040502050405020303" pitchFamily="18" charset="0"/>
            </a:endParaRPr>
          </a:p>
          <a:p>
            <a:pPr lvl="1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La pantalla se </a:t>
            </a:r>
            <a:r>
              <a:rPr kumimoji="0" lang="es-MX" altLang="es-MX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restablece al estado inicial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para que puedas ingresar una </a:t>
            </a:r>
            <a:r>
              <a:rPr kumimoji="0" lang="es-MX" altLang="es-MX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nueva frase </a:t>
            </a:r>
            <a:r>
              <a:rPr lang="es-MX" altLang="es-MX" sz="2000" dirty="0">
                <a:latin typeface="Georgia" panose="02040502050405020303" pitchFamily="18" charset="0"/>
              </a:rPr>
              <a:t>(Imagen 17).</a:t>
            </a:r>
            <a:endParaRPr kumimoji="0" lang="es-MX" altLang="es-MX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eorgia" panose="02040502050405020303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s-MX" altLang="es-MX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Descargar tus secuencias</a:t>
            </a:r>
            <a:endParaRPr kumimoji="0" lang="es-MX" altLang="es-MX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eorgia" panose="02040502050405020303" pitchFamily="18" charset="0"/>
            </a:endParaRPr>
          </a:p>
          <a:p>
            <a:pPr marL="457200" marR="0" lvl="1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Cuando quieras, pulsa </a:t>
            </a:r>
            <a:r>
              <a:rPr kumimoji="0" lang="es-MX" altLang="es-MX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Descargar todas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.</a:t>
            </a:r>
          </a:p>
          <a:p>
            <a:pPr marL="457200" marR="0" lvl="1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Se descargará un archivo </a:t>
            </a:r>
            <a:r>
              <a:rPr kumimoji="0" lang="es-MX" altLang="es-MX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ZIP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llamado </a:t>
            </a:r>
            <a:r>
              <a:rPr kumimoji="0" lang="es-MX" altLang="es-MX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pictoseq_creadas.zip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con todas las picto-secuencias que hayas agregado (Imagen 18).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Consejo: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Repite el proceso con todas las frases que necesites y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Acumúlalas en el carrito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Importante: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</a:t>
            </a:r>
            <a:r>
              <a:rPr kumimoji="0" lang="es-MX" altLang="es-MX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No recargues ni salgas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de la sección hasta haber descargado tus secuencias.</a:t>
            </a:r>
          </a:p>
        </p:txBody>
      </p:sp>
      <p:sp>
        <p:nvSpPr>
          <p:cNvPr id="20" name="Marcador de número de diapositiva 3">
            <a:extLst>
              <a:ext uri="{FF2B5EF4-FFF2-40B4-BE49-F238E27FC236}">
                <a16:creationId xmlns:a16="http://schemas.microsoft.com/office/drawing/2014/main" id="{056A38B9-B769-4561-4EEF-D66877668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430750" y="8439149"/>
            <a:ext cx="569914" cy="560389"/>
          </a:xfrm>
        </p:spPr>
        <p:txBody>
          <a:bodyPr/>
          <a:lstStyle/>
          <a:p>
            <a:pPr algn="ctr"/>
            <a:fld id="{885179A7-F701-45CA-A3DD-F5E918BA0FF2}" type="slidenum">
              <a:rPr lang="es-MX" b="1" smtClean="0">
                <a:solidFill>
                  <a:schemeClr val="tx1"/>
                </a:solidFill>
                <a:latin typeface="Garamond" panose="02020404030301010803" pitchFamily="18" charset="0"/>
              </a:rPr>
              <a:pPr algn="ctr"/>
              <a:t>12</a:t>
            </a:fld>
            <a:endParaRPr lang="es-MX" b="1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95DBDF17-6CDE-141E-EFEE-67EB61F3B94A}"/>
              </a:ext>
            </a:extLst>
          </p:cNvPr>
          <p:cNvSpPr txBox="1"/>
          <p:nvPr/>
        </p:nvSpPr>
        <p:spPr>
          <a:xfrm>
            <a:off x="324778" y="181515"/>
            <a:ext cx="620937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4000" dirty="0">
                <a:latin typeface="Garamond" panose="02020404030301010803" pitchFamily="18" charset="0"/>
              </a:rPr>
              <a:t>Agregar al carrito y descargar </a:t>
            </a:r>
          </a:p>
        </p:txBody>
      </p:sp>
    </p:spTree>
    <p:extLst>
      <p:ext uri="{BB962C8B-B14F-4D97-AF65-F5344CB8AC3E}">
        <p14:creationId xmlns:p14="http://schemas.microsoft.com/office/powerpoint/2010/main" val="12642180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D2ABB3-43DB-8C72-E94A-DE3868285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CuadroTexto 22">
            <a:extLst>
              <a:ext uri="{FF2B5EF4-FFF2-40B4-BE49-F238E27FC236}">
                <a16:creationId xmlns:a16="http://schemas.microsoft.com/office/drawing/2014/main" id="{6A711654-A36C-B07A-9BA1-0F69843D090A}"/>
              </a:ext>
            </a:extLst>
          </p:cNvPr>
          <p:cNvSpPr txBox="1"/>
          <p:nvPr/>
        </p:nvSpPr>
        <p:spPr>
          <a:xfrm>
            <a:off x="1837531" y="3068608"/>
            <a:ext cx="143256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6000" b="1" dirty="0">
                <a:latin typeface="Garamond" panose="02020404030301010803" pitchFamily="18" charset="0"/>
              </a:rPr>
              <a:t>Cualquier duda o comentario escribe al siguiente correo:</a:t>
            </a:r>
          </a:p>
          <a:p>
            <a:pPr algn="ctr"/>
            <a:r>
              <a:rPr lang="es-ES" sz="6000" b="1" dirty="0">
                <a:solidFill>
                  <a:srgbClr val="A94C6B"/>
                </a:solidFill>
                <a:latin typeface="Garamond"/>
              </a:rPr>
              <a:t>azucena.vargas@cimat.mx</a:t>
            </a:r>
            <a:endParaRPr lang="es-MX" sz="6000" b="1" dirty="0">
              <a:latin typeface="Garamond" panose="02020404030301010803" pitchFamily="18" charset="0"/>
            </a:endParaRPr>
          </a:p>
        </p:txBody>
      </p:sp>
      <p:sp>
        <p:nvSpPr>
          <p:cNvPr id="2" name="Triángulo rectángulo 1">
            <a:extLst>
              <a:ext uri="{FF2B5EF4-FFF2-40B4-BE49-F238E27FC236}">
                <a16:creationId xmlns:a16="http://schemas.microsoft.com/office/drawing/2014/main" id="{0123D460-4A8F-A428-0AD1-8DF9A3E5814A}"/>
              </a:ext>
            </a:extLst>
          </p:cNvPr>
          <p:cNvSpPr/>
          <p:nvPr/>
        </p:nvSpPr>
        <p:spPr>
          <a:xfrm rot="5400000">
            <a:off x="-57510" y="57510"/>
            <a:ext cx="1805796" cy="1690776"/>
          </a:xfrm>
          <a:prstGeom prst="rtTriangle">
            <a:avLst/>
          </a:prstGeom>
          <a:solidFill>
            <a:srgbClr val="A94C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  <a:lvl1pPr marL="0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16736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75104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633472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91840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0208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608576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266944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ES" dirty="0"/>
          </a:p>
        </p:txBody>
      </p:sp>
      <p:sp>
        <p:nvSpPr>
          <p:cNvPr id="3" name="Triángulo rectángulo 2">
            <a:extLst>
              <a:ext uri="{FF2B5EF4-FFF2-40B4-BE49-F238E27FC236}">
                <a16:creationId xmlns:a16="http://schemas.microsoft.com/office/drawing/2014/main" id="{AE131578-D5A1-1C0E-58E1-2355CE9AA254}"/>
              </a:ext>
            </a:extLst>
          </p:cNvPr>
          <p:cNvSpPr/>
          <p:nvPr/>
        </p:nvSpPr>
        <p:spPr>
          <a:xfrm rot="16200000">
            <a:off x="16252377" y="7251642"/>
            <a:ext cx="1805796" cy="1690776"/>
          </a:xfrm>
          <a:prstGeom prst="rtTriangle">
            <a:avLst/>
          </a:prstGeom>
          <a:solidFill>
            <a:srgbClr val="A94C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  <a:lvl1pPr marL="0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16736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75104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633472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91840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0208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608576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266944" algn="l" defTabSz="1316736" rtl="0" eaLnBrk="1" latinLnBrk="0" hangingPunct="1">
              <a:defRPr sz="25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ES" dirty="0"/>
          </a:p>
        </p:txBody>
      </p:sp>
      <p:sp>
        <p:nvSpPr>
          <p:cNvPr id="20" name="Marcador de número de diapositiva 3">
            <a:extLst>
              <a:ext uri="{FF2B5EF4-FFF2-40B4-BE49-F238E27FC236}">
                <a16:creationId xmlns:a16="http://schemas.microsoft.com/office/drawing/2014/main" id="{18223B6B-E5AE-2BD6-C01C-1518B7CCF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430750" y="8439149"/>
            <a:ext cx="569914" cy="560389"/>
          </a:xfrm>
        </p:spPr>
        <p:txBody>
          <a:bodyPr/>
          <a:lstStyle/>
          <a:p>
            <a:pPr algn="ctr"/>
            <a:fld id="{885179A7-F701-45CA-A3DD-F5E918BA0FF2}" type="slidenum">
              <a:rPr lang="es-MX" b="1" smtClean="0">
                <a:solidFill>
                  <a:schemeClr val="tx1"/>
                </a:solidFill>
                <a:latin typeface="Garamond" panose="02020404030301010803" pitchFamily="18" charset="0"/>
              </a:rPr>
              <a:pPr algn="ctr"/>
              <a:t>13</a:t>
            </a:fld>
            <a:endParaRPr lang="es-MX" b="1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408550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367</TotalTime>
  <Words>1494</Words>
  <Application>Microsoft Office PowerPoint</Application>
  <PresentationFormat>Personalizado</PresentationFormat>
  <Paragraphs>154</Paragraphs>
  <Slides>13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Arial</vt:lpstr>
      <vt:lpstr>Garamond</vt:lpstr>
      <vt:lpstr>Georgia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VARGAS HERNANDEZ</dc:creator>
  <cp:lastModifiedBy>VARGAS HERNANDEZ</cp:lastModifiedBy>
  <cp:revision>35</cp:revision>
  <dcterms:created xsi:type="dcterms:W3CDTF">2025-11-11T04:53:23Z</dcterms:created>
  <dcterms:modified xsi:type="dcterms:W3CDTF">2025-11-11T20:33:48Z</dcterms:modified>
</cp:coreProperties>
</file>